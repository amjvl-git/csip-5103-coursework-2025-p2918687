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75" r:id="rId3"/>
    <p:sldId id="257" r:id="rId4"/>
    <p:sldId id="269" r:id="rId5"/>
    <p:sldId id="259" r:id="rId6"/>
    <p:sldId id="261" r:id="rId7"/>
    <p:sldId id="262" r:id="rId8"/>
    <p:sldId id="263" r:id="rId9"/>
    <p:sldId id="276" r:id="rId10"/>
    <p:sldId id="264" r:id="rId11"/>
    <p:sldId id="270" r:id="rId12"/>
    <p:sldId id="265" r:id="rId13"/>
    <p:sldId id="266" r:id="rId14"/>
    <p:sldId id="274" r:id="rId15"/>
    <p:sldId id="271" r:id="rId16"/>
    <p:sldId id="272" r:id="rId17"/>
    <p:sldId id="273" r:id="rId18"/>
    <p:sldId id="277" r:id="rId19"/>
    <p:sldId id="268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04D280-96CE-481C-AE03-5B785224696D}" v="349" dt="2025-11-04T22:45:28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78723" autoAdjust="0"/>
  </p:normalViewPr>
  <p:slideViewPr>
    <p:cSldViewPr snapToGrid="0">
      <p:cViewPr>
        <p:scale>
          <a:sx n="87" d="100"/>
          <a:sy n="87" d="100"/>
        </p:scale>
        <p:origin x="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dan Duggan" userId="bf4d3e72394f8b6a" providerId="LiveId" clId="{E01F6867-889F-435E-89F4-19252AFB6797}"/>
    <pc:docChg chg="undo redo custSel addSld delSld modSld sldOrd">
      <pc:chgData name="Aidan Duggan" userId="bf4d3e72394f8b6a" providerId="LiveId" clId="{E01F6867-889F-435E-89F4-19252AFB6797}" dt="2025-11-05T11:43:58.524" v="6105" actId="26606"/>
      <pc:docMkLst>
        <pc:docMk/>
      </pc:docMkLst>
      <pc:sldChg chg="modSp mod">
        <pc:chgData name="Aidan Duggan" userId="bf4d3e72394f8b6a" providerId="LiveId" clId="{E01F6867-889F-435E-89F4-19252AFB6797}" dt="2025-11-04T17:15:23.158" v="4270" actId="20577"/>
        <pc:sldMkLst>
          <pc:docMk/>
          <pc:sldMk cId="2717811460" sldId="256"/>
        </pc:sldMkLst>
        <pc:spChg chg="mod">
          <ac:chgData name="Aidan Duggan" userId="bf4d3e72394f8b6a" providerId="LiveId" clId="{E01F6867-889F-435E-89F4-19252AFB6797}" dt="2025-11-04T13:15:00.023" v="2100"/>
          <ac:spMkLst>
            <pc:docMk/>
            <pc:sldMk cId="2717811460" sldId="256"/>
            <ac:spMk id="2" creationId="{5FAD3960-0EE4-05EC-7B26-230E9084BA16}"/>
          </ac:spMkLst>
        </pc:spChg>
        <pc:spChg chg="mod">
          <ac:chgData name="Aidan Duggan" userId="bf4d3e72394f8b6a" providerId="LiveId" clId="{E01F6867-889F-435E-89F4-19252AFB6797}" dt="2025-11-04T17:15:23.158" v="4270" actId="20577"/>
          <ac:spMkLst>
            <pc:docMk/>
            <pc:sldMk cId="2717811460" sldId="256"/>
            <ac:spMk id="3" creationId="{AA3E571F-FC27-691E-A268-CF45BF3B0853}"/>
          </ac:spMkLst>
        </pc:spChg>
      </pc:sldChg>
      <pc:sldChg chg="modSp mod modNotesTx">
        <pc:chgData name="Aidan Duggan" userId="bf4d3e72394f8b6a" providerId="LiveId" clId="{E01F6867-889F-435E-89F4-19252AFB6797}" dt="2025-11-04T22:46:03.074" v="5046" actId="20577"/>
        <pc:sldMkLst>
          <pc:docMk/>
          <pc:sldMk cId="872803187" sldId="257"/>
        </pc:sldMkLst>
        <pc:spChg chg="mod">
          <ac:chgData name="Aidan Duggan" userId="bf4d3e72394f8b6a" providerId="LiveId" clId="{E01F6867-889F-435E-89F4-19252AFB6797}" dt="2025-11-04T22:43:07.893" v="4552" actId="20577"/>
          <ac:spMkLst>
            <pc:docMk/>
            <pc:sldMk cId="872803187" sldId="257"/>
            <ac:spMk id="2" creationId="{1C15E8C1-AB99-92C6-821F-22A958D2CF76}"/>
          </ac:spMkLst>
        </pc:spChg>
        <pc:spChg chg="mod">
          <ac:chgData name="Aidan Duggan" userId="bf4d3e72394f8b6a" providerId="LiveId" clId="{E01F6867-889F-435E-89F4-19252AFB6797}" dt="2025-11-04T22:46:03.074" v="5046" actId="20577"/>
          <ac:spMkLst>
            <pc:docMk/>
            <pc:sldMk cId="872803187" sldId="257"/>
            <ac:spMk id="3" creationId="{062B5DB0-4B66-6E4D-1A71-AE3F87862360}"/>
          </ac:spMkLst>
        </pc:spChg>
      </pc:sldChg>
      <pc:sldChg chg="modSp del mod ord">
        <pc:chgData name="Aidan Duggan" userId="bf4d3e72394f8b6a" providerId="LiveId" clId="{E01F6867-889F-435E-89F4-19252AFB6797}" dt="2025-11-04T13:01:32.712" v="2080" actId="47"/>
        <pc:sldMkLst>
          <pc:docMk/>
          <pc:sldMk cId="3512773259" sldId="258"/>
        </pc:sldMkLst>
        <pc:spChg chg="mod">
          <ac:chgData name="Aidan Duggan" userId="bf4d3e72394f8b6a" providerId="LiveId" clId="{E01F6867-889F-435E-89F4-19252AFB6797}" dt="2025-11-04T13:01:24.295" v="2079" actId="20577"/>
          <ac:spMkLst>
            <pc:docMk/>
            <pc:sldMk cId="3512773259" sldId="258"/>
            <ac:spMk id="2" creationId="{86C75D49-6288-51E2-4414-C6B7885E659D}"/>
          </ac:spMkLst>
        </pc:spChg>
      </pc:sldChg>
      <pc:sldChg chg="addSp delSp modSp mod setBg delDesignElem modNotesTx">
        <pc:chgData name="Aidan Duggan" userId="bf4d3e72394f8b6a" providerId="LiveId" clId="{E01F6867-889F-435E-89F4-19252AFB6797}" dt="2025-11-04T13:25:02.204" v="2205" actId="1076"/>
        <pc:sldMkLst>
          <pc:docMk/>
          <pc:sldMk cId="3439824634" sldId="259"/>
        </pc:sldMkLst>
        <pc:spChg chg="mod">
          <ac:chgData name="Aidan Duggan" userId="bf4d3e72394f8b6a" providerId="LiveId" clId="{E01F6867-889F-435E-89F4-19252AFB6797}" dt="2025-11-04T13:24:56.487" v="2202" actId="26606"/>
          <ac:spMkLst>
            <pc:docMk/>
            <pc:sldMk cId="3439824634" sldId="259"/>
            <ac:spMk id="2" creationId="{7DFCC721-E115-3956-3A83-B6CC86A9799E}"/>
          </ac:spMkLst>
        </pc:spChg>
        <pc:spChg chg="mod ord">
          <ac:chgData name="Aidan Duggan" userId="bf4d3e72394f8b6a" providerId="LiveId" clId="{E01F6867-889F-435E-89F4-19252AFB6797}" dt="2025-11-04T13:24:56.487" v="2203" actId="26606"/>
          <ac:spMkLst>
            <pc:docMk/>
            <pc:sldMk cId="3439824634" sldId="259"/>
            <ac:spMk id="3" creationId="{8D6103C7-7A79-7338-F063-CD45AEC1CB11}"/>
          </ac:spMkLst>
        </pc:spChg>
        <pc:spChg chg="add del">
          <ac:chgData name="Aidan Duggan" userId="bf4d3e72394f8b6a" providerId="LiveId" clId="{E01F6867-889F-435E-89F4-19252AFB6797}" dt="2025-11-04T13:24:56.487" v="2202" actId="26606"/>
          <ac:spMkLst>
            <pc:docMk/>
            <pc:sldMk cId="3439824634" sldId="259"/>
            <ac:spMk id="7" creationId="{284B70D5-875B-433D-BDBD-1522A85D6C1D}"/>
          </ac:spMkLst>
        </pc:spChg>
        <pc:spChg chg="add del">
          <ac:chgData name="Aidan Duggan" userId="bf4d3e72394f8b6a" providerId="LiveId" clId="{E01F6867-889F-435E-89F4-19252AFB6797}" dt="2025-11-04T13:24:56.487" v="2202" actId="26606"/>
          <ac:spMkLst>
            <pc:docMk/>
            <pc:sldMk cId="3439824634" sldId="259"/>
            <ac:spMk id="9" creationId="{1E299956-A9E7-4FC1-A0B1-D590CA9730E8}"/>
          </ac:spMkLst>
        </pc:spChg>
        <pc:spChg chg="add del">
          <ac:chgData name="Aidan Duggan" userId="bf4d3e72394f8b6a" providerId="LiveId" clId="{E01F6867-889F-435E-89F4-19252AFB6797}" dt="2025-11-04T13:15:00.023" v="2100"/>
          <ac:spMkLst>
            <pc:docMk/>
            <pc:sldMk cId="3439824634" sldId="259"/>
            <ac:spMk id="10" creationId="{52ABB703-2B0E-4C3B-B4A2-F3973548E561}"/>
          </ac:spMkLst>
        </pc:spChg>
        <pc:spChg chg="add del">
          <ac:chgData name="Aidan Duggan" userId="bf4d3e72394f8b6a" providerId="LiveId" clId="{E01F6867-889F-435E-89F4-19252AFB6797}" dt="2025-11-04T13:24:56.487" v="2202" actId="26606"/>
          <ac:spMkLst>
            <pc:docMk/>
            <pc:sldMk cId="3439824634" sldId="259"/>
            <ac:spMk id="11" creationId="{17FC539C-B783-4B03-9F9E-D13430F3F64F}"/>
          </ac:spMkLst>
        </pc:spChg>
        <pc:spChg chg="add">
          <ac:chgData name="Aidan Duggan" userId="bf4d3e72394f8b6a" providerId="LiveId" clId="{E01F6867-889F-435E-89F4-19252AFB6797}" dt="2025-11-04T13:24:56.487" v="2203" actId="26606"/>
          <ac:spMkLst>
            <pc:docMk/>
            <pc:sldMk cId="3439824634" sldId="259"/>
            <ac:spMk id="13" creationId="{52ABB703-2B0E-4C3B-B4A2-F3973548E561}"/>
          </ac:spMkLst>
        </pc:spChg>
        <pc:spChg chg="add del">
          <ac:chgData name="Aidan Duggan" userId="bf4d3e72394f8b6a" providerId="LiveId" clId="{E01F6867-889F-435E-89F4-19252AFB6797}" dt="2025-11-04T13:15:00.023" v="2100"/>
          <ac:spMkLst>
            <pc:docMk/>
            <pc:sldMk cId="3439824634" sldId="259"/>
            <ac:spMk id="14" creationId="{E95DA498-D9A2-4DA9-B9DA-B3776E08CF7E}"/>
          </ac:spMkLst>
        </pc:spChg>
        <pc:spChg chg="add del">
          <ac:chgData name="Aidan Duggan" userId="bf4d3e72394f8b6a" providerId="LiveId" clId="{E01F6867-889F-435E-89F4-19252AFB6797}" dt="2025-11-04T13:15:00.023" v="2100"/>
          <ac:spMkLst>
            <pc:docMk/>
            <pc:sldMk cId="3439824634" sldId="259"/>
            <ac:spMk id="16" creationId="{82A73093-4B9D-420D-B17E-52293703A1D4}"/>
          </ac:spMkLst>
        </pc:spChg>
        <pc:spChg chg="add">
          <ac:chgData name="Aidan Duggan" userId="bf4d3e72394f8b6a" providerId="LiveId" clId="{E01F6867-889F-435E-89F4-19252AFB6797}" dt="2025-11-04T13:24:56.487" v="2203" actId="26606"/>
          <ac:spMkLst>
            <pc:docMk/>
            <pc:sldMk cId="3439824634" sldId="259"/>
            <ac:spMk id="17" creationId="{E95DA498-D9A2-4DA9-B9DA-B3776E08CF7E}"/>
          </ac:spMkLst>
        </pc:spChg>
        <pc:spChg chg="add">
          <ac:chgData name="Aidan Duggan" userId="bf4d3e72394f8b6a" providerId="LiveId" clId="{E01F6867-889F-435E-89F4-19252AFB6797}" dt="2025-11-04T13:24:56.487" v="2203" actId="26606"/>
          <ac:spMkLst>
            <pc:docMk/>
            <pc:sldMk cId="3439824634" sldId="259"/>
            <ac:spMk id="18" creationId="{82A73093-4B9D-420D-B17E-52293703A1D4}"/>
          </ac:spMkLst>
        </pc:spChg>
        <pc:picChg chg="add mod modCrop">
          <ac:chgData name="Aidan Duggan" userId="bf4d3e72394f8b6a" providerId="LiveId" clId="{E01F6867-889F-435E-89F4-19252AFB6797}" dt="2025-11-04T13:25:02.204" v="2205" actId="1076"/>
          <ac:picMkLst>
            <pc:docMk/>
            <pc:sldMk cId="3439824634" sldId="259"/>
            <ac:picMk id="5" creationId="{B9F8AAF3-8AD5-0717-E2C7-96A5B809EAF0}"/>
          </ac:picMkLst>
        </pc:picChg>
        <pc:cxnChg chg="add del">
          <ac:chgData name="Aidan Duggan" userId="bf4d3e72394f8b6a" providerId="LiveId" clId="{E01F6867-889F-435E-89F4-19252AFB6797}" dt="2025-11-04T13:24:56.487" v="2202" actId="26606"/>
          <ac:cxnSpMkLst>
            <pc:docMk/>
            <pc:sldMk cId="3439824634" sldId="259"/>
            <ac:cxnSpMk id="8" creationId="{C947DF4A-614C-4B4C-8B80-E5B9D8E8CFED}"/>
          </ac:cxnSpMkLst>
        </pc:cxnChg>
        <pc:cxnChg chg="add del">
          <ac:chgData name="Aidan Duggan" userId="bf4d3e72394f8b6a" providerId="LiveId" clId="{E01F6867-889F-435E-89F4-19252AFB6797}" dt="2025-11-04T13:15:00.023" v="2100"/>
          <ac:cxnSpMkLst>
            <pc:docMk/>
            <pc:sldMk cId="3439824634" sldId="259"/>
            <ac:cxnSpMk id="12" creationId="{9C21570E-E159-49A6-9891-FA397B7A92D3}"/>
          </ac:cxnSpMkLst>
        </pc:cxnChg>
        <pc:cxnChg chg="add">
          <ac:chgData name="Aidan Duggan" userId="bf4d3e72394f8b6a" providerId="LiveId" clId="{E01F6867-889F-435E-89F4-19252AFB6797}" dt="2025-11-04T13:24:56.487" v="2203" actId="26606"/>
          <ac:cxnSpMkLst>
            <pc:docMk/>
            <pc:sldMk cId="3439824634" sldId="259"/>
            <ac:cxnSpMk id="15" creationId="{9C21570E-E159-49A6-9891-FA397B7A92D3}"/>
          </ac:cxnSpMkLst>
        </pc:cxnChg>
      </pc:sldChg>
      <pc:sldChg chg="addSp delSp modSp mod setBg delDesignElem modNotesTx">
        <pc:chgData name="Aidan Duggan" userId="bf4d3e72394f8b6a" providerId="LiveId" clId="{E01F6867-889F-435E-89F4-19252AFB6797}" dt="2025-11-04T13:26:12.286" v="2225" actId="1076"/>
        <pc:sldMkLst>
          <pc:docMk/>
          <pc:sldMk cId="271939420" sldId="261"/>
        </pc:sldMkLst>
        <pc:spChg chg="mod">
          <ac:chgData name="Aidan Duggan" userId="bf4d3e72394f8b6a" providerId="LiveId" clId="{E01F6867-889F-435E-89F4-19252AFB6797}" dt="2025-11-04T13:25:33.130" v="2214" actId="14100"/>
          <ac:spMkLst>
            <pc:docMk/>
            <pc:sldMk cId="271939420" sldId="261"/>
            <ac:spMk id="2" creationId="{57860B95-E2B3-FB49-4330-78D9B75863D9}"/>
          </ac:spMkLst>
        </pc:spChg>
        <pc:spChg chg="mod ord">
          <ac:chgData name="Aidan Duggan" userId="bf4d3e72394f8b6a" providerId="LiveId" clId="{E01F6867-889F-435E-89F4-19252AFB6797}" dt="2025-11-04T13:25:59.352" v="2220" actId="14100"/>
          <ac:spMkLst>
            <pc:docMk/>
            <pc:sldMk cId="271939420" sldId="261"/>
            <ac:spMk id="3" creationId="{FED004CA-FCFD-A78A-F560-0900F54D5C6F}"/>
          </ac:spMkLst>
        </pc:spChg>
        <pc:spChg chg="add del">
          <ac:chgData name="Aidan Duggan" userId="bf4d3e72394f8b6a" providerId="LiveId" clId="{E01F6867-889F-435E-89F4-19252AFB6797}" dt="2025-11-04T13:25:33.785" v="2216" actId="26606"/>
          <ac:spMkLst>
            <pc:docMk/>
            <pc:sldMk cId="271939420" sldId="261"/>
            <ac:spMk id="11" creationId="{E5958DBC-F4DA-42A8-8C52-860179790ECD}"/>
          </ac:spMkLst>
        </pc:spChg>
        <pc:spChg chg="add del">
          <ac:chgData name="Aidan Duggan" userId="bf4d3e72394f8b6a" providerId="LiveId" clId="{E01F6867-889F-435E-89F4-19252AFB6797}" dt="2025-11-04T13:15:00.023" v="2100"/>
          <ac:spMkLst>
            <pc:docMk/>
            <pc:sldMk cId="271939420" sldId="261"/>
            <ac:spMk id="12" creationId="{E5958DBC-F4DA-42A8-8C52-860179790ECD}"/>
          </ac:spMkLst>
        </pc:spChg>
        <pc:spChg chg="add del">
          <ac:chgData name="Aidan Duggan" userId="bf4d3e72394f8b6a" providerId="LiveId" clId="{E01F6867-889F-435E-89F4-19252AFB6797}" dt="2025-11-04T13:25:33.785" v="2216" actId="26606"/>
          <ac:spMkLst>
            <pc:docMk/>
            <pc:sldMk cId="271939420" sldId="261"/>
            <ac:spMk id="15" creationId="{51DDD252-D7C8-4CE5-9C61-D60D722BC217}"/>
          </ac:spMkLst>
        </pc:spChg>
        <pc:spChg chg="add del">
          <ac:chgData name="Aidan Duggan" userId="bf4d3e72394f8b6a" providerId="LiveId" clId="{E01F6867-889F-435E-89F4-19252AFB6797}" dt="2025-11-04T13:15:00.023" v="2100"/>
          <ac:spMkLst>
            <pc:docMk/>
            <pc:sldMk cId="271939420" sldId="261"/>
            <ac:spMk id="16" creationId="{51DDD252-D7C8-4CE5-9C61-D60D722BC217}"/>
          </ac:spMkLst>
        </pc:spChg>
        <pc:spChg chg="add">
          <ac:chgData name="Aidan Duggan" userId="bf4d3e72394f8b6a" providerId="LiveId" clId="{E01F6867-889F-435E-89F4-19252AFB6797}" dt="2025-11-04T13:25:51.350" v="2217" actId="26606"/>
          <ac:spMkLst>
            <pc:docMk/>
            <pc:sldMk cId="271939420" sldId="261"/>
            <ac:spMk id="17" creationId="{E5958DBC-F4DA-42A8-8C52-860179790ECD}"/>
          </ac:spMkLst>
        </pc:spChg>
        <pc:spChg chg="add del">
          <ac:chgData name="Aidan Duggan" userId="bf4d3e72394f8b6a" providerId="LiveId" clId="{E01F6867-889F-435E-89F4-19252AFB6797}" dt="2025-11-04T13:15:00.023" v="2100"/>
          <ac:spMkLst>
            <pc:docMk/>
            <pc:sldMk cId="271939420" sldId="261"/>
            <ac:spMk id="18" creationId="{2FBD75F5-C49C-4F6A-8D43-7A5939C23307}"/>
          </ac:spMkLst>
        </pc:spChg>
        <pc:spChg chg="add del">
          <ac:chgData name="Aidan Duggan" userId="bf4d3e72394f8b6a" providerId="LiveId" clId="{E01F6867-889F-435E-89F4-19252AFB6797}" dt="2025-11-04T13:25:33.785" v="2216" actId="26606"/>
          <ac:spMkLst>
            <pc:docMk/>
            <pc:sldMk cId="271939420" sldId="261"/>
            <ac:spMk id="20" creationId="{2FBD75F5-C49C-4F6A-8D43-7A5939C23307}"/>
          </ac:spMkLst>
        </pc:spChg>
        <pc:spChg chg="add">
          <ac:chgData name="Aidan Duggan" userId="bf4d3e72394f8b6a" providerId="LiveId" clId="{E01F6867-889F-435E-89F4-19252AFB6797}" dt="2025-11-04T13:25:51.350" v="2217" actId="26606"/>
          <ac:spMkLst>
            <pc:docMk/>
            <pc:sldMk cId="271939420" sldId="261"/>
            <ac:spMk id="21" creationId="{51DDD252-D7C8-4CE5-9C61-D60D722BC217}"/>
          </ac:spMkLst>
        </pc:spChg>
        <pc:spChg chg="add">
          <ac:chgData name="Aidan Duggan" userId="bf4d3e72394f8b6a" providerId="LiveId" clId="{E01F6867-889F-435E-89F4-19252AFB6797}" dt="2025-11-04T13:25:51.350" v="2217" actId="26606"/>
          <ac:spMkLst>
            <pc:docMk/>
            <pc:sldMk cId="271939420" sldId="261"/>
            <ac:spMk id="22" creationId="{2FBD75F5-C49C-4F6A-8D43-7A5939C23307}"/>
          </ac:spMkLst>
        </pc:spChg>
        <pc:picChg chg="add del mod ord">
          <ac:chgData name="Aidan Duggan" userId="bf4d3e72394f8b6a" providerId="LiveId" clId="{E01F6867-889F-435E-89F4-19252AFB6797}" dt="2025-11-04T12:49:57.034" v="1056" actId="478"/>
          <ac:picMkLst>
            <pc:docMk/>
            <pc:sldMk cId="271939420" sldId="261"/>
            <ac:picMk id="5" creationId="{E7C9C0F1-3249-47D4-41EE-F92E4AF6191B}"/>
          </ac:picMkLst>
        </pc:picChg>
        <pc:picChg chg="add mod modCrop">
          <ac:chgData name="Aidan Duggan" userId="bf4d3e72394f8b6a" providerId="LiveId" clId="{E01F6867-889F-435E-89F4-19252AFB6797}" dt="2025-11-04T13:26:12.286" v="2225" actId="1076"/>
          <ac:picMkLst>
            <pc:docMk/>
            <pc:sldMk cId="271939420" sldId="261"/>
            <ac:picMk id="7" creationId="{44D5057E-949F-F0D0-C6CB-A0F40F99210B}"/>
          </ac:picMkLst>
        </pc:picChg>
        <pc:picChg chg="add mod">
          <ac:chgData name="Aidan Duggan" userId="bf4d3e72394f8b6a" providerId="LiveId" clId="{E01F6867-889F-435E-89F4-19252AFB6797}" dt="2025-11-04T13:26:09.979" v="2224" actId="1076"/>
          <ac:picMkLst>
            <pc:docMk/>
            <pc:sldMk cId="271939420" sldId="261"/>
            <ac:picMk id="9" creationId="{D15510C6-930A-99EF-C8F5-61389E15E44C}"/>
          </ac:picMkLst>
        </pc:picChg>
        <pc:cxnChg chg="add del">
          <ac:chgData name="Aidan Duggan" userId="bf4d3e72394f8b6a" providerId="LiveId" clId="{E01F6867-889F-435E-89F4-19252AFB6797}" dt="2025-11-04T13:25:33.785" v="2216" actId="26606"/>
          <ac:cxnSpMkLst>
            <pc:docMk/>
            <pc:sldMk cId="271939420" sldId="261"/>
            <ac:cxnSpMk id="13" creationId="{79FCC9A9-2031-4283-9B27-34B62BB7F305}"/>
          </ac:cxnSpMkLst>
        </pc:cxnChg>
        <pc:cxnChg chg="add del">
          <ac:chgData name="Aidan Duggan" userId="bf4d3e72394f8b6a" providerId="LiveId" clId="{E01F6867-889F-435E-89F4-19252AFB6797}" dt="2025-11-04T13:15:00.023" v="2100"/>
          <ac:cxnSpMkLst>
            <pc:docMk/>
            <pc:sldMk cId="271939420" sldId="261"/>
            <ac:cxnSpMk id="14" creationId="{79FCC9A9-2031-4283-9B27-34B62BB7F305}"/>
          </ac:cxnSpMkLst>
        </pc:cxnChg>
        <pc:cxnChg chg="add">
          <ac:chgData name="Aidan Duggan" userId="bf4d3e72394f8b6a" providerId="LiveId" clId="{E01F6867-889F-435E-89F4-19252AFB6797}" dt="2025-11-04T13:25:51.350" v="2217" actId="26606"/>
          <ac:cxnSpMkLst>
            <pc:docMk/>
            <pc:sldMk cId="271939420" sldId="261"/>
            <ac:cxnSpMk id="19" creationId="{79FCC9A9-2031-4283-9B27-34B62BB7F305}"/>
          </ac:cxnSpMkLst>
        </pc:cxnChg>
      </pc:sldChg>
      <pc:sldChg chg="addSp delSp modSp mod setBg delDesignElem modNotesTx">
        <pc:chgData name="Aidan Duggan" userId="bf4d3e72394f8b6a" providerId="LiveId" clId="{E01F6867-889F-435E-89F4-19252AFB6797}" dt="2025-11-04T17:30:20.747" v="4336" actId="20577"/>
        <pc:sldMkLst>
          <pc:docMk/>
          <pc:sldMk cId="2474490363" sldId="262"/>
        </pc:sldMkLst>
        <pc:spChg chg="mod">
          <ac:chgData name="Aidan Duggan" userId="bf4d3e72394f8b6a" providerId="LiveId" clId="{E01F6867-889F-435E-89F4-19252AFB6797}" dt="2025-11-04T12:51:20.805" v="1118" actId="26606"/>
          <ac:spMkLst>
            <pc:docMk/>
            <pc:sldMk cId="2474490363" sldId="262"/>
            <ac:spMk id="2" creationId="{9B6F20CF-F576-018A-B45E-750B3FCDB153}"/>
          </ac:spMkLst>
        </pc:spChg>
        <pc:spChg chg="mod ord">
          <ac:chgData name="Aidan Duggan" userId="bf4d3e72394f8b6a" providerId="LiveId" clId="{E01F6867-889F-435E-89F4-19252AFB6797}" dt="2025-11-04T13:26:22.160" v="2226" actId="26606"/>
          <ac:spMkLst>
            <pc:docMk/>
            <pc:sldMk cId="2474490363" sldId="262"/>
            <ac:spMk id="3" creationId="{7E0EBE5F-CAF3-E3F5-296D-3FE889B4C290}"/>
          </ac:spMkLst>
        </pc:spChg>
        <pc:spChg chg="add">
          <ac:chgData name="Aidan Duggan" userId="bf4d3e72394f8b6a" providerId="LiveId" clId="{E01F6867-889F-435E-89F4-19252AFB6797}" dt="2025-11-04T13:26:22.160" v="2226" actId="26606"/>
          <ac:spMkLst>
            <pc:docMk/>
            <pc:sldMk cId="2474490363" sldId="262"/>
            <ac:spMk id="7" creationId="{52ABB703-2B0E-4C3B-B4A2-F3973548E561}"/>
          </ac:spMkLst>
        </pc:spChg>
        <pc:spChg chg="add">
          <ac:chgData name="Aidan Duggan" userId="bf4d3e72394f8b6a" providerId="LiveId" clId="{E01F6867-889F-435E-89F4-19252AFB6797}" dt="2025-11-04T13:26:22.160" v="2226" actId="26606"/>
          <ac:spMkLst>
            <pc:docMk/>
            <pc:sldMk cId="2474490363" sldId="262"/>
            <ac:spMk id="9" creationId="{E95DA498-D9A2-4DA9-B9DA-B3776E08CF7E}"/>
          </ac:spMkLst>
        </pc:spChg>
        <pc:spChg chg="add del">
          <ac:chgData name="Aidan Duggan" userId="bf4d3e72394f8b6a" providerId="LiveId" clId="{E01F6867-889F-435E-89F4-19252AFB6797}" dt="2025-11-04T13:15:00.023" v="2100"/>
          <ac:spMkLst>
            <pc:docMk/>
            <pc:sldMk cId="2474490363" sldId="262"/>
            <ac:spMk id="10" creationId="{52ABB703-2B0E-4C3B-B4A2-F3973548E561}"/>
          </ac:spMkLst>
        </pc:spChg>
        <pc:spChg chg="add">
          <ac:chgData name="Aidan Duggan" userId="bf4d3e72394f8b6a" providerId="LiveId" clId="{E01F6867-889F-435E-89F4-19252AFB6797}" dt="2025-11-04T13:26:22.160" v="2226" actId="26606"/>
          <ac:spMkLst>
            <pc:docMk/>
            <pc:sldMk cId="2474490363" sldId="262"/>
            <ac:spMk id="11" creationId="{82A73093-4B9D-420D-B17E-52293703A1D4}"/>
          </ac:spMkLst>
        </pc:spChg>
        <pc:spChg chg="add del">
          <ac:chgData name="Aidan Duggan" userId="bf4d3e72394f8b6a" providerId="LiveId" clId="{E01F6867-889F-435E-89F4-19252AFB6797}" dt="2025-11-04T13:15:00.023" v="2100"/>
          <ac:spMkLst>
            <pc:docMk/>
            <pc:sldMk cId="2474490363" sldId="262"/>
            <ac:spMk id="14" creationId="{E95DA498-D9A2-4DA9-B9DA-B3776E08CF7E}"/>
          </ac:spMkLst>
        </pc:spChg>
        <pc:spChg chg="add del">
          <ac:chgData name="Aidan Duggan" userId="bf4d3e72394f8b6a" providerId="LiveId" clId="{E01F6867-889F-435E-89F4-19252AFB6797}" dt="2025-11-04T13:15:00.023" v="2100"/>
          <ac:spMkLst>
            <pc:docMk/>
            <pc:sldMk cId="2474490363" sldId="262"/>
            <ac:spMk id="16" creationId="{82A73093-4B9D-420D-B17E-52293703A1D4}"/>
          </ac:spMkLst>
        </pc:spChg>
        <pc:picChg chg="add mod modCrop">
          <ac:chgData name="Aidan Duggan" userId="bf4d3e72394f8b6a" providerId="LiveId" clId="{E01F6867-889F-435E-89F4-19252AFB6797}" dt="2025-11-04T13:26:22.160" v="2226" actId="26606"/>
          <ac:picMkLst>
            <pc:docMk/>
            <pc:sldMk cId="2474490363" sldId="262"/>
            <ac:picMk id="5" creationId="{D9169DFB-075F-CB33-5F3F-CBF9A36B294D}"/>
          </ac:picMkLst>
        </pc:picChg>
        <pc:cxnChg chg="add">
          <ac:chgData name="Aidan Duggan" userId="bf4d3e72394f8b6a" providerId="LiveId" clId="{E01F6867-889F-435E-89F4-19252AFB6797}" dt="2025-11-04T13:26:22.160" v="2226" actId="26606"/>
          <ac:cxnSpMkLst>
            <pc:docMk/>
            <pc:sldMk cId="2474490363" sldId="262"/>
            <ac:cxnSpMk id="8" creationId="{9C21570E-E159-49A6-9891-FA397B7A92D3}"/>
          </ac:cxnSpMkLst>
        </pc:cxnChg>
        <pc:cxnChg chg="add del">
          <ac:chgData name="Aidan Duggan" userId="bf4d3e72394f8b6a" providerId="LiveId" clId="{E01F6867-889F-435E-89F4-19252AFB6797}" dt="2025-11-04T13:15:00.023" v="2100"/>
          <ac:cxnSpMkLst>
            <pc:docMk/>
            <pc:sldMk cId="2474490363" sldId="262"/>
            <ac:cxnSpMk id="12" creationId="{9C21570E-E159-49A6-9891-FA397B7A92D3}"/>
          </ac:cxnSpMkLst>
        </pc:cxnChg>
      </pc:sldChg>
      <pc:sldChg chg="addSp delSp modSp mod setBg delDesignElem modNotesTx">
        <pc:chgData name="Aidan Duggan" userId="bf4d3e72394f8b6a" providerId="LiveId" clId="{E01F6867-889F-435E-89F4-19252AFB6797}" dt="2025-11-04T17:58:25.572" v="4408" actId="26606"/>
        <pc:sldMkLst>
          <pc:docMk/>
          <pc:sldMk cId="204280987" sldId="263"/>
        </pc:sldMkLst>
        <pc:spChg chg="mod">
          <ac:chgData name="Aidan Duggan" userId="bf4d3e72394f8b6a" providerId="LiveId" clId="{E01F6867-889F-435E-89F4-19252AFB6797}" dt="2025-11-04T12:54:25.637" v="1222" actId="26606"/>
          <ac:spMkLst>
            <pc:docMk/>
            <pc:sldMk cId="204280987" sldId="263"/>
            <ac:spMk id="2" creationId="{FA87BCE7-A69B-CDE1-C1AE-120FA948D780}"/>
          </ac:spMkLst>
        </pc:spChg>
        <pc:spChg chg="mod ord">
          <ac:chgData name="Aidan Duggan" userId="bf4d3e72394f8b6a" providerId="LiveId" clId="{E01F6867-889F-435E-89F4-19252AFB6797}" dt="2025-11-04T17:58:25.572" v="4408" actId="26606"/>
          <ac:spMkLst>
            <pc:docMk/>
            <pc:sldMk cId="204280987" sldId="263"/>
            <ac:spMk id="3" creationId="{BE4ADCFE-DF1D-A859-093E-DC9E668FE4BB}"/>
          </ac:spMkLst>
        </pc:spChg>
        <pc:spChg chg="add del">
          <ac:chgData name="Aidan Duggan" userId="bf4d3e72394f8b6a" providerId="LiveId" clId="{E01F6867-889F-435E-89F4-19252AFB6797}" dt="2025-11-04T17:58:25.572" v="4408" actId="26606"/>
          <ac:spMkLst>
            <pc:docMk/>
            <pc:sldMk cId="204280987" sldId="263"/>
            <ac:spMk id="7" creationId="{52ABB703-2B0E-4C3B-B4A2-F3973548E561}"/>
          </ac:spMkLst>
        </pc:spChg>
        <pc:spChg chg="add del">
          <ac:chgData name="Aidan Duggan" userId="bf4d3e72394f8b6a" providerId="LiveId" clId="{E01F6867-889F-435E-89F4-19252AFB6797}" dt="2025-11-04T17:58:25.572" v="4408" actId="26606"/>
          <ac:spMkLst>
            <pc:docMk/>
            <pc:sldMk cId="204280987" sldId="263"/>
            <ac:spMk id="9" creationId="{E95DA498-D9A2-4DA9-B9DA-B3776E08CF7E}"/>
          </ac:spMkLst>
        </pc:spChg>
        <pc:spChg chg="add del">
          <ac:chgData name="Aidan Duggan" userId="bf4d3e72394f8b6a" providerId="LiveId" clId="{E01F6867-889F-435E-89F4-19252AFB6797}" dt="2025-11-04T13:15:00.023" v="2100"/>
          <ac:spMkLst>
            <pc:docMk/>
            <pc:sldMk cId="204280987" sldId="263"/>
            <ac:spMk id="10" creationId="{52ABB703-2B0E-4C3B-B4A2-F3973548E561}"/>
          </ac:spMkLst>
        </pc:spChg>
        <pc:spChg chg="add del">
          <ac:chgData name="Aidan Duggan" userId="bf4d3e72394f8b6a" providerId="LiveId" clId="{E01F6867-889F-435E-89F4-19252AFB6797}" dt="2025-11-04T17:58:25.572" v="4408" actId="26606"/>
          <ac:spMkLst>
            <pc:docMk/>
            <pc:sldMk cId="204280987" sldId="263"/>
            <ac:spMk id="11" creationId="{82A73093-4B9D-420D-B17E-52293703A1D4}"/>
          </ac:spMkLst>
        </pc:spChg>
        <pc:spChg chg="add del">
          <ac:chgData name="Aidan Duggan" userId="bf4d3e72394f8b6a" providerId="LiveId" clId="{E01F6867-889F-435E-89F4-19252AFB6797}" dt="2025-11-04T13:15:00.023" v="2100"/>
          <ac:spMkLst>
            <pc:docMk/>
            <pc:sldMk cId="204280987" sldId="263"/>
            <ac:spMk id="14" creationId="{E95DA498-D9A2-4DA9-B9DA-B3776E08CF7E}"/>
          </ac:spMkLst>
        </pc:spChg>
        <pc:spChg chg="add del">
          <ac:chgData name="Aidan Duggan" userId="bf4d3e72394f8b6a" providerId="LiveId" clId="{E01F6867-889F-435E-89F4-19252AFB6797}" dt="2025-11-04T13:15:00.023" v="2100"/>
          <ac:spMkLst>
            <pc:docMk/>
            <pc:sldMk cId="204280987" sldId="263"/>
            <ac:spMk id="16" creationId="{82A73093-4B9D-420D-B17E-52293703A1D4}"/>
          </ac:spMkLst>
        </pc:spChg>
        <pc:spChg chg="add">
          <ac:chgData name="Aidan Duggan" userId="bf4d3e72394f8b6a" providerId="LiveId" clId="{E01F6867-889F-435E-89F4-19252AFB6797}" dt="2025-11-04T17:58:25.572" v="4408" actId="26606"/>
          <ac:spMkLst>
            <pc:docMk/>
            <pc:sldMk cId="204280987" sldId="263"/>
            <ac:spMk id="18" creationId="{52ABB703-2B0E-4C3B-B4A2-F3973548E561}"/>
          </ac:spMkLst>
        </pc:spChg>
        <pc:spChg chg="add">
          <ac:chgData name="Aidan Duggan" userId="bf4d3e72394f8b6a" providerId="LiveId" clId="{E01F6867-889F-435E-89F4-19252AFB6797}" dt="2025-11-04T17:58:25.572" v="4408" actId="26606"/>
          <ac:spMkLst>
            <pc:docMk/>
            <pc:sldMk cId="204280987" sldId="263"/>
            <ac:spMk id="22" creationId="{E95DA498-D9A2-4DA9-B9DA-B3776E08CF7E}"/>
          </ac:spMkLst>
        </pc:spChg>
        <pc:spChg chg="add">
          <ac:chgData name="Aidan Duggan" userId="bf4d3e72394f8b6a" providerId="LiveId" clId="{E01F6867-889F-435E-89F4-19252AFB6797}" dt="2025-11-04T17:58:25.572" v="4408" actId="26606"/>
          <ac:spMkLst>
            <pc:docMk/>
            <pc:sldMk cId="204280987" sldId="263"/>
            <ac:spMk id="24" creationId="{82A73093-4B9D-420D-B17E-52293703A1D4}"/>
          </ac:spMkLst>
        </pc:spChg>
        <pc:picChg chg="add del mod">
          <ac:chgData name="Aidan Duggan" userId="bf4d3e72394f8b6a" providerId="LiveId" clId="{E01F6867-889F-435E-89F4-19252AFB6797}" dt="2025-11-04T17:58:19.777" v="4404" actId="478"/>
          <ac:picMkLst>
            <pc:docMk/>
            <pc:sldMk cId="204280987" sldId="263"/>
            <ac:picMk id="5" creationId="{104DDB6C-CAB6-70C6-2B45-33C3EAF3ED96}"/>
          </ac:picMkLst>
        </pc:picChg>
        <pc:picChg chg="add mod">
          <ac:chgData name="Aidan Duggan" userId="bf4d3e72394f8b6a" providerId="LiveId" clId="{E01F6867-889F-435E-89F4-19252AFB6797}" dt="2025-11-04T17:58:25.572" v="4408" actId="26606"/>
          <ac:picMkLst>
            <pc:docMk/>
            <pc:sldMk cId="204280987" sldId="263"/>
            <ac:picMk id="13" creationId="{FAF1DCAC-5827-EE5A-A201-349CF875BE9C}"/>
          </ac:picMkLst>
        </pc:picChg>
        <pc:cxnChg chg="add del">
          <ac:chgData name="Aidan Duggan" userId="bf4d3e72394f8b6a" providerId="LiveId" clId="{E01F6867-889F-435E-89F4-19252AFB6797}" dt="2025-11-04T17:58:25.572" v="4408" actId="26606"/>
          <ac:cxnSpMkLst>
            <pc:docMk/>
            <pc:sldMk cId="204280987" sldId="263"/>
            <ac:cxnSpMk id="8" creationId="{9C21570E-E159-49A6-9891-FA397B7A92D3}"/>
          </ac:cxnSpMkLst>
        </pc:cxnChg>
        <pc:cxnChg chg="add del">
          <ac:chgData name="Aidan Duggan" userId="bf4d3e72394f8b6a" providerId="LiveId" clId="{E01F6867-889F-435E-89F4-19252AFB6797}" dt="2025-11-04T13:15:00.023" v="2100"/>
          <ac:cxnSpMkLst>
            <pc:docMk/>
            <pc:sldMk cId="204280987" sldId="263"/>
            <ac:cxnSpMk id="12" creationId="{9C21570E-E159-49A6-9891-FA397B7A92D3}"/>
          </ac:cxnSpMkLst>
        </pc:cxnChg>
        <pc:cxnChg chg="add">
          <ac:chgData name="Aidan Duggan" userId="bf4d3e72394f8b6a" providerId="LiveId" clId="{E01F6867-889F-435E-89F4-19252AFB6797}" dt="2025-11-04T17:58:25.572" v="4408" actId="26606"/>
          <ac:cxnSpMkLst>
            <pc:docMk/>
            <pc:sldMk cId="204280987" sldId="263"/>
            <ac:cxnSpMk id="20" creationId="{9C21570E-E159-49A6-9891-FA397B7A92D3}"/>
          </ac:cxnSpMkLst>
        </pc:cxnChg>
      </pc:sldChg>
      <pc:sldChg chg="addSp delSp modSp mod setBg modNotesTx">
        <pc:chgData name="Aidan Duggan" userId="bf4d3e72394f8b6a" providerId="LiveId" clId="{E01F6867-889F-435E-89F4-19252AFB6797}" dt="2025-11-04T16:59:39.302" v="4260" actId="20577"/>
        <pc:sldMkLst>
          <pc:docMk/>
          <pc:sldMk cId="3753494862" sldId="264"/>
        </pc:sldMkLst>
        <pc:spChg chg="mod">
          <ac:chgData name="Aidan Duggan" userId="bf4d3e72394f8b6a" providerId="LiveId" clId="{E01F6867-889F-435E-89F4-19252AFB6797}" dt="2025-11-04T13:28:22.976" v="2234" actId="26606"/>
          <ac:spMkLst>
            <pc:docMk/>
            <pc:sldMk cId="3753494862" sldId="264"/>
            <ac:spMk id="2" creationId="{D468BE18-5F1F-B295-A31E-530A9B161521}"/>
          </ac:spMkLst>
        </pc:spChg>
        <pc:spChg chg="mod ord">
          <ac:chgData name="Aidan Duggan" userId="bf4d3e72394f8b6a" providerId="LiveId" clId="{E01F6867-889F-435E-89F4-19252AFB6797}" dt="2025-11-04T13:29:12.424" v="2348" actId="20577"/>
          <ac:spMkLst>
            <pc:docMk/>
            <pc:sldMk cId="3753494862" sldId="264"/>
            <ac:spMk id="3" creationId="{4BA61A22-9E91-D3B1-CF0E-A2139AADF0AC}"/>
          </ac:spMkLst>
        </pc:spChg>
        <pc:spChg chg="add del">
          <ac:chgData name="Aidan Duggan" userId="bf4d3e72394f8b6a" providerId="LiveId" clId="{E01F6867-889F-435E-89F4-19252AFB6797}" dt="2025-11-04T13:28:22.968" v="2233" actId="26606"/>
          <ac:spMkLst>
            <pc:docMk/>
            <pc:sldMk cId="3753494862" sldId="264"/>
            <ac:spMk id="12" creationId="{E5958DBC-F4DA-42A8-8C52-860179790ECD}"/>
          </ac:spMkLst>
        </pc:spChg>
        <pc:spChg chg="add del">
          <ac:chgData name="Aidan Duggan" userId="bf4d3e72394f8b6a" providerId="LiveId" clId="{E01F6867-889F-435E-89F4-19252AFB6797}" dt="2025-11-04T13:28:22.968" v="2233" actId="26606"/>
          <ac:spMkLst>
            <pc:docMk/>
            <pc:sldMk cId="3753494862" sldId="264"/>
            <ac:spMk id="16" creationId="{51DDD252-D7C8-4CE5-9C61-D60D722BC217}"/>
          </ac:spMkLst>
        </pc:spChg>
        <pc:spChg chg="add del">
          <ac:chgData name="Aidan Duggan" userId="bf4d3e72394f8b6a" providerId="LiveId" clId="{E01F6867-889F-435E-89F4-19252AFB6797}" dt="2025-11-04T13:28:22.968" v="2233" actId="26606"/>
          <ac:spMkLst>
            <pc:docMk/>
            <pc:sldMk cId="3753494862" sldId="264"/>
            <ac:spMk id="18" creationId="{2FBD75F5-C49C-4F6A-8D43-7A5939C23307}"/>
          </ac:spMkLst>
        </pc:spChg>
        <pc:spChg chg="add">
          <ac:chgData name="Aidan Duggan" userId="bf4d3e72394f8b6a" providerId="LiveId" clId="{E01F6867-889F-435E-89F4-19252AFB6797}" dt="2025-11-04T13:28:22.976" v="2234" actId="26606"/>
          <ac:spMkLst>
            <pc:docMk/>
            <pc:sldMk cId="3753494862" sldId="264"/>
            <ac:spMk id="20" creationId="{73B90B8B-F76B-4130-8370-38033EEACB93}"/>
          </ac:spMkLst>
        </pc:spChg>
        <pc:spChg chg="add">
          <ac:chgData name="Aidan Duggan" userId="bf4d3e72394f8b6a" providerId="LiveId" clId="{E01F6867-889F-435E-89F4-19252AFB6797}" dt="2025-11-04T13:28:22.976" v="2234" actId="26606"/>
          <ac:spMkLst>
            <pc:docMk/>
            <pc:sldMk cId="3753494862" sldId="264"/>
            <ac:spMk id="22" creationId="{91C67939-3FD0-4B45-8AA4-9FE55C7EE127}"/>
          </ac:spMkLst>
        </pc:spChg>
        <pc:spChg chg="add">
          <ac:chgData name="Aidan Duggan" userId="bf4d3e72394f8b6a" providerId="LiveId" clId="{E01F6867-889F-435E-89F4-19252AFB6797}" dt="2025-11-04T13:28:22.976" v="2234" actId="26606"/>
          <ac:spMkLst>
            <pc:docMk/>
            <pc:sldMk cId="3753494862" sldId="264"/>
            <ac:spMk id="23" creationId="{0981A96A-A87C-4F87-845A-3B0A6529F543}"/>
          </ac:spMkLst>
        </pc:spChg>
        <pc:picChg chg="add mod ord">
          <ac:chgData name="Aidan Duggan" userId="bf4d3e72394f8b6a" providerId="LiveId" clId="{E01F6867-889F-435E-89F4-19252AFB6797}" dt="2025-11-04T13:28:22.976" v="2234" actId="26606"/>
          <ac:picMkLst>
            <pc:docMk/>
            <pc:sldMk cId="3753494862" sldId="264"/>
            <ac:picMk id="5" creationId="{8A5A6E41-E5BC-5D2E-D539-5C7AB575B9B2}"/>
          </ac:picMkLst>
        </pc:picChg>
        <pc:picChg chg="add mod">
          <ac:chgData name="Aidan Duggan" userId="bf4d3e72394f8b6a" providerId="LiveId" clId="{E01F6867-889F-435E-89F4-19252AFB6797}" dt="2025-11-04T13:28:22.976" v="2234" actId="26606"/>
          <ac:picMkLst>
            <pc:docMk/>
            <pc:sldMk cId="3753494862" sldId="264"/>
            <ac:picMk id="7" creationId="{1206C5D7-89D9-67F2-8E4E-DA151A68C6ED}"/>
          </ac:picMkLst>
        </pc:picChg>
        <pc:cxnChg chg="add del">
          <ac:chgData name="Aidan Duggan" userId="bf4d3e72394f8b6a" providerId="LiveId" clId="{E01F6867-889F-435E-89F4-19252AFB6797}" dt="2025-11-04T13:28:22.968" v="2233" actId="26606"/>
          <ac:cxnSpMkLst>
            <pc:docMk/>
            <pc:sldMk cId="3753494862" sldId="264"/>
            <ac:cxnSpMk id="14" creationId="{79FCC9A9-2031-4283-9B27-34B62BB7F305}"/>
          </ac:cxnSpMkLst>
        </pc:cxnChg>
        <pc:cxnChg chg="add">
          <ac:chgData name="Aidan Duggan" userId="bf4d3e72394f8b6a" providerId="LiveId" clId="{E01F6867-889F-435E-89F4-19252AFB6797}" dt="2025-11-04T13:28:22.976" v="2234" actId="26606"/>
          <ac:cxnSpMkLst>
            <pc:docMk/>
            <pc:sldMk cId="3753494862" sldId="264"/>
            <ac:cxnSpMk id="21" creationId="{C2D93264-3FF9-4175-A7FA-F927F0F77AA0}"/>
          </ac:cxnSpMkLst>
        </pc:cxnChg>
      </pc:sldChg>
      <pc:sldChg chg="addSp delSp modSp mod setBg">
        <pc:chgData name="Aidan Duggan" userId="bf4d3e72394f8b6a" providerId="LiveId" clId="{E01F6867-889F-435E-89F4-19252AFB6797}" dt="2025-11-04T13:37:00.882" v="3284" actId="20577"/>
        <pc:sldMkLst>
          <pc:docMk/>
          <pc:sldMk cId="2219746246" sldId="265"/>
        </pc:sldMkLst>
        <pc:spChg chg="mod">
          <ac:chgData name="Aidan Duggan" userId="bf4d3e72394f8b6a" providerId="LiveId" clId="{E01F6867-889F-435E-89F4-19252AFB6797}" dt="2025-11-04T13:35:13.311" v="3120" actId="26606"/>
          <ac:spMkLst>
            <pc:docMk/>
            <pc:sldMk cId="2219746246" sldId="265"/>
            <ac:spMk id="2" creationId="{0A4729EB-96F7-0CA6-FC03-58BD011EAD2D}"/>
          </ac:spMkLst>
        </pc:spChg>
        <pc:spChg chg="mod ord">
          <ac:chgData name="Aidan Duggan" userId="bf4d3e72394f8b6a" providerId="LiveId" clId="{E01F6867-889F-435E-89F4-19252AFB6797}" dt="2025-11-04T13:37:00.882" v="3284" actId="20577"/>
          <ac:spMkLst>
            <pc:docMk/>
            <pc:sldMk cId="2219746246" sldId="265"/>
            <ac:spMk id="3" creationId="{92517EE8-2F11-D5A2-27B1-2265ED5E6BFD}"/>
          </ac:spMkLst>
        </pc:spChg>
        <pc:spChg chg="add del">
          <ac:chgData name="Aidan Duggan" userId="bf4d3e72394f8b6a" providerId="LiveId" clId="{E01F6867-889F-435E-89F4-19252AFB6797}" dt="2025-11-04T13:35:13.309" v="3119" actId="26606"/>
          <ac:spMkLst>
            <pc:docMk/>
            <pc:sldMk cId="2219746246" sldId="265"/>
            <ac:spMk id="12" creationId="{E5958DBC-F4DA-42A8-8C52-860179790ECD}"/>
          </ac:spMkLst>
        </pc:spChg>
        <pc:spChg chg="add del">
          <ac:chgData name="Aidan Duggan" userId="bf4d3e72394f8b6a" providerId="LiveId" clId="{E01F6867-889F-435E-89F4-19252AFB6797}" dt="2025-11-04T13:35:13.309" v="3119" actId="26606"/>
          <ac:spMkLst>
            <pc:docMk/>
            <pc:sldMk cId="2219746246" sldId="265"/>
            <ac:spMk id="16" creationId="{51DDD252-D7C8-4CE5-9C61-D60D722BC217}"/>
          </ac:spMkLst>
        </pc:spChg>
        <pc:spChg chg="add del">
          <ac:chgData name="Aidan Duggan" userId="bf4d3e72394f8b6a" providerId="LiveId" clId="{E01F6867-889F-435E-89F4-19252AFB6797}" dt="2025-11-04T13:35:13.309" v="3119" actId="26606"/>
          <ac:spMkLst>
            <pc:docMk/>
            <pc:sldMk cId="2219746246" sldId="265"/>
            <ac:spMk id="18" creationId="{2FBD75F5-C49C-4F6A-8D43-7A5939C23307}"/>
          </ac:spMkLst>
        </pc:spChg>
        <pc:spChg chg="add">
          <ac:chgData name="Aidan Duggan" userId="bf4d3e72394f8b6a" providerId="LiveId" clId="{E01F6867-889F-435E-89F4-19252AFB6797}" dt="2025-11-04T13:35:13.311" v="3120" actId="26606"/>
          <ac:spMkLst>
            <pc:docMk/>
            <pc:sldMk cId="2219746246" sldId="265"/>
            <ac:spMk id="20" creationId="{73B90B8B-F76B-4130-8370-38033EEACB93}"/>
          </ac:spMkLst>
        </pc:spChg>
        <pc:spChg chg="add">
          <ac:chgData name="Aidan Duggan" userId="bf4d3e72394f8b6a" providerId="LiveId" clId="{E01F6867-889F-435E-89F4-19252AFB6797}" dt="2025-11-04T13:35:13.311" v="3120" actId="26606"/>
          <ac:spMkLst>
            <pc:docMk/>
            <pc:sldMk cId="2219746246" sldId="265"/>
            <ac:spMk id="22" creationId="{91C67939-3FD0-4B45-8AA4-9FE55C7EE127}"/>
          </ac:spMkLst>
        </pc:spChg>
        <pc:spChg chg="add">
          <ac:chgData name="Aidan Duggan" userId="bf4d3e72394f8b6a" providerId="LiveId" clId="{E01F6867-889F-435E-89F4-19252AFB6797}" dt="2025-11-04T13:35:13.311" v="3120" actId="26606"/>
          <ac:spMkLst>
            <pc:docMk/>
            <pc:sldMk cId="2219746246" sldId="265"/>
            <ac:spMk id="23" creationId="{0981A96A-A87C-4F87-845A-3B0A6529F543}"/>
          </ac:spMkLst>
        </pc:spChg>
        <pc:picChg chg="add mod ord">
          <ac:chgData name="Aidan Duggan" userId="bf4d3e72394f8b6a" providerId="LiveId" clId="{E01F6867-889F-435E-89F4-19252AFB6797}" dt="2025-11-04T13:35:13.311" v="3120" actId="26606"/>
          <ac:picMkLst>
            <pc:docMk/>
            <pc:sldMk cId="2219746246" sldId="265"/>
            <ac:picMk id="5" creationId="{E7C83265-7B3D-B346-9031-F75567A08474}"/>
          </ac:picMkLst>
        </pc:picChg>
        <pc:picChg chg="add mod">
          <ac:chgData name="Aidan Duggan" userId="bf4d3e72394f8b6a" providerId="LiveId" clId="{E01F6867-889F-435E-89F4-19252AFB6797}" dt="2025-11-04T13:35:13.311" v="3120" actId="26606"/>
          <ac:picMkLst>
            <pc:docMk/>
            <pc:sldMk cId="2219746246" sldId="265"/>
            <ac:picMk id="7" creationId="{E9C1D849-26CA-31D9-93C0-0ABB1CD79520}"/>
          </ac:picMkLst>
        </pc:picChg>
        <pc:cxnChg chg="add del">
          <ac:chgData name="Aidan Duggan" userId="bf4d3e72394f8b6a" providerId="LiveId" clId="{E01F6867-889F-435E-89F4-19252AFB6797}" dt="2025-11-04T13:35:13.309" v="3119" actId="26606"/>
          <ac:cxnSpMkLst>
            <pc:docMk/>
            <pc:sldMk cId="2219746246" sldId="265"/>
            <ac:cxnSpMk id="14" creationId="{79FCC9A9-2031-4283-9B27-34B62BB7F305}"/>
          </ac:cxnSpMkLst>
        </pc:cxnChg>
        <pc:cxnChg chg="add">
          <ac:chgData name="Aidan Duggan" userId="bf4d3e72394f8b6a" providerId="LiveId" clId="{E01F6867-889F-435E-89F4-19252AFB6797}" dt="2025-11-04T13:35:13.311" v="3120" actId="26606"/>
          <ac:cxnSpMkLst>
            <pc:docMk/>
            <pc:sldMk cId="2219746246" sldId="265"/>
            <ac:cxnSpMk id="21" creationId="{C2D93264-3FF9-4175-A7FA-F927F0F77AA0}"/>
          </ac:cxnSpMkLst>
        </pc:cxnChg>
      </pc:sldChg>
      <pc:sldChg chg="addSp delSp modSp mod setBg">
        <pc:chgData name="Aidan Duggan" userId="bf4d3e72394f8b6a" providerId="LiveId" clId="{E01F6867-889F-435E-89F4-19252AFB6797}" dt="2025-11-05T11:43:58.524" v="6105" actId="26606"/>
        <pc:sldMkLst>
          <pc:docMk/>
          <pc:sldMk cId="581719227" sldId="266"/>
        </pc:sldMkLst>
        <pc:spChg chg="mod">
          <ac:chgData name="Aidan Duggan" userId="bf4d3e72394f8b6a" providerId="LiveId" clId="{E01F6867-889F-435E-89F4-19252AFB6797}" dt="2025-11-04T13:36:39.689" v="3248" actId="26606"/>
          <ac:spMkLst>
            <pc:docMk/>
            <pc:sldMk cId="581719227" sldId="266"/>
            <ac:spMk id="2" creationId="{57DE5E3C-3DF2-CD54-B988-07F0D922AE50}"/>
          </ac:spMkLst>
        </pc:spChg>
        <pc:spChg chg="mod ord">
          <ac:chgData name="Aidan Duggan" userId="bf4d3e72394f8b6a" providerId="LiveId" clId="{E01F6867-889F-435E-89F4-19252AFB6797}" dt="2025-11-05T11:43:58.524" v="6105" actId="26606"/>
          <ac:spMkLst>
            <pc:docMk/>
            <pc:sldMk cId="581719227" sldId="266"/>
            <ac:spMk id="3" creationId="{A24F5684-C11E-F580-C197-1F6578DF8059}"/>
          </ac:spMkLst>
        </pc:spChg>
        <pc:spChg chg="add del">
          <ac:chgData name="Aidan Duggan" userId="bf4d3e72394f8b6a" providerId="LiveId" clId="{E01F6867-889F-435E-89F4-19252AFB6797}" dt="2025-11-05T11:43:58.524" v="6105" actId="26606"/>
          <ac:spMkLst>
            <pc:docMk/>
            <pc:sldMk cId="581719227" sldId="266"/>
            <ac:spMk id="10" creationId="{52ABB703-2B0E-4C3B-B4A2-F3973548E561}"/>
          </ac:spMkLst>
        </pc:spChg>
        <pc:spChg chg="add del">
          <ac:chgData name="Aidan Duggan" userId="bf4d3e72394f8b6a" providerId="LiveId" clId="{E01F6867-889F-435E-89F4-19252AFB6797}" dt="2025-11-05T11:43:58.524" v="6105" actId="26606"/>
          <ac:spMkLst>
            <pc:docMk/>
            <pc:sldMk cId="581719227" sldId="266"/>
            <ac:spMk id="14" creationId="{E95DA498-D9A2-4DA9-B9DA-B3776E08CF7E}"/>
          </ac:spMkLst>
        </pc:spChg>
        <pc:spChg chg="add del">
          <ac:chgData name="Aidan Duggan" userId="bf4d3e72394f8b6a" providerId="LiveId" clId="{E01F6867-889F-435E-89F4-19252AFB6797}" dt="2025-11-05T11:43:58.524" v="6105" actId="26606"/>
          <ac:spMkLst>
            <pc:docMk/>
            <pc:sldMk cId="581719227" sldId="266"/>
            <ac:spMk id="16" creationId="{82A73093-4B9D-420D-B17E-52293703A1D4}"/>
          </ac:spMkLst>
        </pc:spChg>
        <pc:spChg chg="add">
          <ac:chgData name="Aidan Duggan" userId="bf4d3e72394f8b6a" providerId="LiveId" clId="{E01F6867-889F-435E-89F4-19252AFB6797}" dt="2025-11-05T11:43:58.524" v="6105" actId="26606"/>
          <ac:spMkLst>
            <pc:docMk/>
            <pc:sldMk cId="581719227" sldId="266"/>
            <ac:spMk id="21" creationId="{52ABB703-2B0E-4C3B-B4A2-F3973548E561}"/>
          </ac:spMkLst>
        </pc:spChg>
        <pc:spChg chg="add">
          <ac:chgData name="Aidan Duggan" userId="bf4d3e72394f8b6a" providerId="LiveId" clId="{E01F6867-889F-435E-89F4-19252AFB6797}" dt="2025-11-05T11:43:58.524" v="6105" actId="26606"/>
          <ac:spMkLst>
            <pc:docMk/>
            <pc:sldMk cId="581719227" sldId="266"/>
            <ac:spMk id="25" creationId="{E95DA498-D9A2-4DA9-B9DA-B3776E08CF7E}"/>
          </ac:spMkLst>
        </pc:spChg>
        <pc:spChg chg="add">
          <ac:chgData name="Aidan Duggan" userId="bf4d3e72394f8b6a" providerId="LiveId" clId="{E01F6867-889F-435E-89F4-19252AFB6797}" dt="2025-11-05T11:43:58.524" v="6105" actId="26606"/>
          <ac:spMkLst>
            <pc:docMk/>
            <pc:sldMk cId="581719227" sldId="266"/>
            <ac:spMk id="27" creationId="{82A73093-4B9D-420D-B17E-52293703A1D4}"/>
          </ac:spMkLst>
        </pc:spChg>
        <pc:picChg chg="add del mod">
          <ac:chgData name="Aidan Duggan" userId="bf4d3e72394f8b6a" providerId="LiveId" clId="{E01F6867-889F-435E-89F4-19252AFB6797}" dt="2025-11-05T11:43:55.946" v="6103" actId="478"/>
          <ac:picMkLst>
            <pc:docMk/>
            <pc:sldMk cId="581719227" sldId="266"/>
            <ac:picMk id="5" creationId="{9D08F3A9-B9CA-F0C4-4032-38A67BC8BC93}"/>
          </ac:picMkLst>
        </pc:picChg>
        <pc:picChg chg="add mod">
          <ac:chgData name="Aidan Duggan" userId="bf4d3e72394f8b6a" providerId="LiveId" clId="{E01F6867-889F-435E-89F4-19252AFB6797}" dt="2025-11-05T11:43:58.524" v="6105" actId="26606"/>
          <ac:picMkLst>
            <pc:docMk/>
            <pc:sldMk cId="581719227" sldId="266"/>
            <ac:picMk id="6" creationId="{03F7DE00-FFD0-2CF4-6C07-E42B3B5A0708}"/>
          </ac:picMkLst>
        </pc:picChg>
        <pc:cxnChg chg="add del">
          <ac:chgData name="Aidan Duggan" userId="bf4d3e72394f8b6a" providerId="LiveId" clId="{E01F6867-889F-435E-89F4-19252AFB6797}" dt="2025-11-05T11:43:58.524" v="6105" actId="26606"/>
          <ac:cxnSpMkLst>
            <pc:docMk/>
            <pc:sldMk cId="581719227" sldId="266"/>
            <ac:cxnSpMk id="12" creationId="{9C21570E-E159-49A6-9891-FA397B7A92D3}"/>
          </ac:cxnSpMkLst>
        </pc:cxnChg>
        <pc:cxnChg chg="add">
          <ac:chgData name="Aidan Duggan" userId="bf4d3e72394f8b6a" providerId="LiveId" clId="{E01F6867-889F-435E-89F4-19252AFB6797}" dt="2025-11-05T11:43:58.524" v="6105" actId="26606"/>
          <ac:cxnSpMkLst>
            <pc:docMk/>
            <pc:sldMk cId="581719227" sldId="266"/>
            <ac:cxnSpMk id="23" creationId="{9C21570E-E159-49A6-9891-FA397B7A92D3}"/>
          </ac:cxnSpMkLst>
        </pc:cxnChg>
      </pc:sldChg>
      <pc:sldChg chg="addSp delSp modSp del mod setBg">
        <pc:chgData name="Aidan Duggan" userId="bf4d3e72394f8b6a" providerId="LiveId" clId="{E01F6867-889F-435E-89F4-19252AFB6797}" dt="2025-11-04T13:45:06.753" v="3817" actId="2696"/>
        <pc:sldMkLst>
          <pc:docMk/>
          <pc:sldMk cId="638035159" sldId="267"/>
        </pc:sldMkLst>
        <pc:spChg chg="mod">
          <ac:chgData name="Aidan Duggan" userId="bf4d3e72394f8b6a" providerId="LiveId" clId="{E01F6867-889F-435E-89F4-19252AFB6797}" dt="2025-11-04T13:41:59.728" v="3635" actId="26606"/>
          <ac:spMkLst>
            <pc:docMk/>
            <pc:sldMk cId="638035159" sldId="267"/>
            <ac:spMk id="2" creationId="{118A79E0-BA3B-67D9-CEEC-1873DE81B708}"/>
          </ac:spMkLst>
        </pc:spChg>
        <pc:spChg chg="mod ord">
          <ac:chgData name="Aidan Duggan" userId="bf4d3e72394f8b6a" providerId="LiveId" clId="{E01F6867-889F-435E-89F4-19252AFB6797}" dt="2025-11-04T13:41:59.728" v="3635" actId="26606"/>
          <ac:spMkLst>
            <pc:docMk/>
            <pc:sldMk cId="638035159" sldId="267"/>
            <ac:spMk id="3" creationId="{5E5D9906-CB52-B91D-8580-1F41CCCF6A03}"/>
          </ac:spMkLst>
        </pc:spChg>
        <pc:spChg chg="add del">
          <ac:chgData name="Aidan Duggan" userId="bf4d3e72394f8b6a" providerId="LiveId" clId="{E01F6867-889F-435E-89F4-19252AFB6797}" dt="2025-11-04T13:42:24.620" v="3638" actId="26606"/>
          <ac:spMkLst>
            <pc:docMk/>
            <pc:sldMk cId="638035159" sldId="267"/>
            <ac:spMk id="12" creationId="{73B90B8B-F76B-4130-8370-38033EEACB93}"/>
          </ac:spMkLst>
        </pc:spChg>
        <pc:spChg chg="add del">
          <ac:chgData name="Aidan Duggan" userId="bf4d3e72394f8b6a" providerId="LiveId" clId="{E01F6867-889F-435E-89F4-19252AFB6797}" dt="2025-11-04T13:42:24.620" v="3638" actId="26606"/>
          <ac:spMkLst>
            <pc:docMk/>
            <pc:sldMk cId="638035159" sldId="267"/>
            <ac:spMk id="16" creationId="{91C67939-3FD0-4B45-8AA4-9FE55C7EE127}"/>
          </ac:spMkLst>
        </pc:spChg>
        <pc:spChg chg="add del">
          <ac:chgData name="Aidan Duggan" userId="bf4d3e72394f8b6a" providerId="LiveId" clId="{E01F6867-889F-435E-89F4-19252AFB6797}" dt="2025-11-04T13:42:24.620" v="3638" actId="26606"/>
          <ac:spMkLst>
            <pc:docMk/>
            <pc:sldMk cId="638035159" sldId="267"/>
            <ac:spMk id="18" creationId="{0981A96A-A87C-4F87-845A-3B0A6529F543}"/>
          </ac:spMkLst>
        </pc:spChg>
        <pc:spChg chg="add">
          <ac:chgData name="Aidan Duggan" userId="bf4d3e72394f8b6a" providerId="LiveId" clId="{E01F6867-889F-435E-89F4-19252AFB6797}" dt="2025-11-04T13:42:24.620" v="3638" actId="26606"/>
          <ac:spMkLst>
            <pc:docMk/>
            <pc:sldMk cId="638035159" sldId="267"/>
            <ac:spMk id="23" creationId="{73B90B8B-F76B-4130-8370-38033EEACB93}"/>
          </ac:spMkLst>
        </pc:spChg>
        <pc:spChg chg="add">
          <ac:chgData name="Aidan Duggan" userId="bf4d3e72394f8b6a" providerId="LiveId" clId="{E01F6867-889F-435E-89F4-19252AFB6797}" dt="2025-11-04T13:42:24.620" v="3638" actId="26606"/>
          <ac:spMkLst>
            <pc:docMk/>
            <pc:sldMk cId="638035159" sldId="267"/>
            <ac:spMk id="27" creationId="{91C67939-3FD0-4B45-8AA4-9FE55C7EE127}"/>
          </ac:spMkLst>
        </pc:spChg>
        <pc:spChg chg="add">
          <ac:chgData name="Aidan Duggan" userId="bf4d3e72394f8b6a" providerId="LiveId" clId="{E01F6867-889F-435E-89F4-19252AFB6797}" dt="2025-11-04T13:42:24.620" v="3638" actId="26606"/>
          <ac:spMkLst>
            <pc:docMk/>
            <pc:sldMk cId="638035159" sldId="267"/>
            <ac:spMk id="29" creationId="{0981A96A-A87C-4F87-845A-3B0A6529F543}"/>
          </ac:spMkLst>
        </pc:spChg>
        <pc:picChg chg="add del mod">
          <ac:chgData name="Aidan Duggan" userId="bf4d3e72394f8b6a" providerId="LiveId" clId="{E01F6867-889F-435E-89F4-19252AFB6797}" dt="2025-11-04T13:42:21.579" v="3636" actId="478"/>
          <ac:picMkLst>
            <pc:docMk/>
            <pc:sldMk cId="638035159" sldId="267"/>
            <ac:picMk id="5" creationId="{DC836807-EA7A-2D66-5487-22CDBE517473}"/>
          </ac:picMkLst>
        </pc:picChg>
        <pc:picChg chg="add mod modCrop">
          <ac:chgData name="Aidan Duggan" userId="bf4d3e72394f8b6a" providerId="LiveId" clId="{E01F6867-889F-435E-89F4-19252AFB6797}" dt="2025-11-04T13:42:48.521" v="3641" actId="732"/>
          <ac:picMkLst>
            <pc:docMk/>
            <pc:sldMk cId="638035159" sldId="267"/>
            <ac:picMk id="7" creationId="{F8F53809-5731-5BEA-2D75-1DAE878A2E25}"/>
          </ac:picMkLst>
        </pc:picChg>
        <pc:picChg chg="add mod ord modCrop">
          <ac:chgData name="Aidan Duggan" userId="bf4d3e72394f8b6a" providerId="LiveId" clId="{E01F6867-889F-435E-89F4-19252AFB6797}" dt="2025-11-04T13:42:36.603" v="3640" actId="732"/>
          <ac:picMkLst>
            <pc:docMk/>
            <pc:sldMk cId="638035159" sldId="267"/>
            <ac:picMk id="9" creationId="{361366C7-25AE-BE73-E8A7-E1618B87A9E8}"/>
          </ac:picMkLst>
        </pc:picChg>
        <pc:cxnChg chg="add del">
          <ac:chgData name="Aidan Duggan" userId="bf4d3e72394f8b6a" providerId="LiveId" clId="{E01F6867-889F-435E-89F4-19252AFB6797}" dt="2025-11-04T13:42:24.620" v="3638" actId="26606"/>
          <ac:cxnSpMkLst>
            <pc:docMk/>
            <pc:sldMk cId="638035159" sldId="267"/>
            <ac:cxnSpMk id="14" creationId="{C2D93264-3FF9-4175-A7FA-F927F0F77AA0}"/>
          </ac:cxnSpMkLst>
        </pc:cxnChg>
        <pc:cxnChg chg="add">
          <ac:chgData name="Aidan Duggan" userId="bf4d3e72394f8b6a" providerId="LiveId" clId="{E01F6867-889F-435E-89F4-19252AFB6797}" dt="2025-11-04T13:42:24.620" v="3638" actId="26606"/>
          <ac:cxnSpMkLst>
            <pc:docMk/>
            <pc:sldMk cId="638035159" sldId="267"/>
            <ac:cxnSpMk id="25" creationId="{C2D93264-3FF9-4175-A7FA-F927F0F77AA0}"/>
          </ac:cxnSpMkLst>
        </pc:cxnChg>
      </pc:sldChg>
      <pc:sldChg chg="modSp mod modNotesTx">
        <pc:chgData name="Aidan Duggan" userId="bf4d3e72394f8b6a" providerId="LiveId" clId="{E01F6867-889F-435E-89F4-19252AFB6797}" dt="2025-11-04T23:15:44.182" v="6102" actId="6549"/>
        <pc:sldMkLst>
          <pc:docMk/>
          <pc:sldMk cId="3787565943" sldId="268"/>
        </pc:sldMkLst>
        <pc:spChg chg="mod">
          <ac:chgData name="Aidan Duggan" userId="bf4d3e72394f8b6a" providerId="LiveId" clId="{E01F6867-889F-435E-89F4-19252AFB6797}" dt="2025-11-04T13:45:13.023" v="3838" actId="20577"/>
          <ac:spMkLst>
            <pc:docMk/>
            <pc:sldMk cId="3787565943" sldId="268"/>
            <ac:spMk id="2" creationId="{2801460B-37A3-577C-AF39-4F230BBC0EC7}"/>
          </ac:spMkLst>
        </pc:spChg>
        <pc:spChg chg="mod">
          <ac:chgData name="Aidan Duggan" userId="bf4d3e72394f8b6a" providerId="LiveId" clId="{E01F6867-889F-435E-89F4-19252AFB6797}" dt="2025-11-04T23:15:44.182" v="6102" actId="6549"/>
          <ac:spMkLst>
            <pc:docMk/>
            <pc:sldMk cId="3787565943" sldId="268"/>
            <ac:spMk id="3" creationId="{83A1F53B-8179-FB22-4C53-3A49042554F8}"/>
          </ac:spMkLst>
        </pc:spChg>
      </pc:sldChg>
      <pc:sldChg chg="addSp delSp modSp new mod setBg modNotesTx">
        <pc:chgData name="Aidan Duggan" userId="bf4d3e72394f8b6a" providerId="LiveId" clId="{E01F6867-889F-435E-89F4-19252AFB6797}" dt="2025-11-04T22:18:40.737" v="4542" actId="26606"/>
        <pc:sldMkLst>
          <pc:docMk/>
          <pc:sldMk cId="1624176038" sldId="269"/>
        </pc:sldMkLst>
        <pc:spChg chg="mod">
          <ac:chgData name="Aidan Duggan" userId="bf4d3e72394f8b6a" providerId="LiveId" clId="{E01F6867-889F-435E-89F4-19252AFB6797}" dt="2025-11-04T13:15:05.087" v="2101" actId="26606"/>
          <ac:spMkLst>
            <pc:docMk/>
            <pc:sldMk cId="1624176038" sldId="269"/>
            <ac:spMk id="2" creationId="{F557AFFB-F346-7F43-127F-AC0039E17147}"/>
          </ac:spMkLst>
        </pc:spChg>
        <pc:spChg chg="mod ord">
          <ac:chgData name="Aidan Duggan" userId="bf4d3e72394f8b6a" providerId="LiveId" clId="{E01F6867-889F-435E-89F4-19252AFB6797}" dt="2025-11-04T22:18:40.737" v="4542" actId="26606"/>
          <ac:spMkLst>
            <pc:docMk/>
            <pc:sldMk cId="1624176038" sldId="269"/>
            <ac:spMk id="3" creationId="{AA2E21D8-97E7-8160-5D00-39D799767009}"/>
          </ac:spMkLst>
        </pc:spChg>
        <pc:spChg chg="add del">
          <ac:chgData name="Aidan Duggan" userId="bf4d3e72394f8b6a" providerId="LiveId" clId="{E01F6867-889F-435E-89F4-19252AFB6797}" dt="2025-11-04T13:25:05.187" v="2206" actId="26606"/>
          <ac:spMkLst>
            <pc:docMk/>
            <pc:sldMk cId="1624176038" sldId="269"/>
            <ac:spMk id="10" creationId="{52ABB703-2B0E-4C3B-B4A2-F3973548E561}"/>
          </ac:spMkLst>
        </pc:spChg>
        <pc:spChg chg="add del">
          <ac:chgData name="Aidan Duggan" userId="bf4d3e72394f8b6a" providerId="LiveId" clId="{E01F6867-889F-435E-89F4-19252AFB6797}" dt="2025-11-04T13:25:05.187" v="2206" actId="26606"/>
          <ac:spMkLst>
            <pc:docMk/>
            <pc:sldMk cId="1624176038" sldId="269"/>
            <ac:spMk id="14" creationId="{E95DA498-D9A2-4DA9-B9DA-B3776E08CF7E}"/>
          </ac:spMkLst>
        </pc:spChg>
        <pc:spChg chg="add del">
          <ac:chgData name="Aidan Duggan" userId="bf4d3e72394f8b6a" providerId="LiveId" clId="{E01F6867-889F-435E-89F4-19252AFB6797}" dt="2025-11-04T13:25:05.187" v="2206" actId="26606"/>
          <ac:spMkLst>
            <pc:docMk/>
            <pc:sldMk cId="1624176038" sldId="269"/>
            <ac:spMk id="16" creationId="{82A73093-4B9D-420D-B17E-52293703A1D4}"/>
          </ac:spMkLst>
        </pc:spChg>
        <pc:spChg chg="add del">
          <ac:chgData name="Aidan Duggan" userId="bf4d3e72394f8b6a" providerId="LiveId" clId="{E01F6867-889F-435E-89F4-19252AFB6797}" dt="2025-11-04T22:18:40.737" v="4542" actId="26606"/>
          <ac:spMkLst>
            <pc:docMk/>
            <pc:sldMk cId="1624176038" sldId="269"/>
            <ac:spMk id="21" creationId="{52ABB703-2B0E-4C3B-B4A2-F3973548E561}"/>
          </ac:spMkLst>
        </pc:spChg>
        <pc:spChg chg="add del">
          <ac:chgData name="Aidan Duggan" userId="bf4d3e72394f8b6a" providerId="LiveId" clId="{E01F6867-889F-435E-89F4-19252AFB6797}" dt="2025-11-04T22:18:40.737" v="4542" actId="26606"/>
          <ac:spMkLst>
            <pc:docMk/>
            <pc:sldMk cId="1624176038" sldId="269"/>
            <ac:spMk id="25" creationId="{E95DA498-D9A2-4DA9-B9DA-B3776E08CF7E}"/>
          </ac:spMkLst>
        </pc:spChg>
        <pc:spChg chg="add del">
          <ac:chgData name="Aidan Duggan" userId="bf4d3e72394f8b6a" providerId="LiveId" clId="{E01F6867-889F-435E-89F4-19252AFB6797}" dt="2025-11-04T22:18:40.737" v="4542" actId="26606"/>
          <ac:spMkLst>
            <pc:docMk/>
            <pc:sldMk cId="1624176038" sldId="269"/>
            <ac:spMk id="27" creationId="{82A73093-4B9D-420D-B17E-52293703A1D4}"/>
          </ac:spMkLst>
        </pc:spChg>
        <pc:spChg chg="add">
          <ac:chgData name="Aidan Duggan" userId="bf4d3e72394f8b6a" providerId="LiveId" clId="{E01F6867-889F-435E-89F4-19252AFB6797}" dt="2025-11-04T22:18:40.737" v="4542" actId="26606"/>
          <ac:spMkLst>
            <pc:docMk/>
            <pc:sldMk cId="1624176038" sldId="269"/>
            <ac:spMk id="32" creationId="{52ABB703-2B0E-4C3B-B4A2-F3973548E561}"/>
          </ac:spMkLst>
        </pc:spChg>
        <pc:spChg chg="add">
          <ac:chgData name="Aidan Duggan" userId="bf4d3e72394f8b6a" providerId="LiveId" clId="{E01F6867-889F-435E-89F4-19252AFB6797}" dt="2025-11-04T22:18:40.737" v="4542" actId="26606"/>
          <ac:spMkLst>
            <pc:docMk/>
            <pc:sldMk cId="1624176038" sldId="269"/>
            <ac:spMk id="36" creationId="{E95DA498-D9A2-4DA9-B9DA-B3776E08CF7E}"/>
          </ac:spMkLst>
        </pc:spChg>
        <pc:spChg chg="add">
          <ac:chgData name="Aidan Duggan" userId="bf4d3e72394f8b6a" providerId="LiveId" clId="{E01F6867-889F-435E-89F4-19252AFB6797}" dt="2025-11-04T22:18:40.737" v="4542" actId="26606"/>
          <ac:spMkLst>
            <pc:docMk/>
            <pc:sldMk cId="1624176038" sldId="269"/>
            <ac:spMk id="38" creationId="{82A73093-4B9D-420D-B17E-52293703A1D4}"/>
          </ac:spMkLst>
        </pc:spChg>
        <pc:picChg chg="add del mod">
          <ac:chgData name="Aidan Duggan" userId="bf4d3e72394f8b6a" providerId="LiveId" clId="{E01F6867-889F-435E-89F4-19252AFB6797}" dt="2025-11-04T22:18:37.905" v="4540" actId="478"/>
          <ac:picMkLst>
            <pc:docMk/>
            <pc:sldMk cId="1624176038" sldId="269"/>
            <ac:picMk id="5" creationId="{8EC3F672-9DFA-0766-76FB-8BF89CB8A25C}"/>
          </ac:picMkLst>
        </pc:picChg>
        <pc:picChg chg="add mod">
          <ac:chgData name="Aidan Duggan" userId="bf4d3e72394f8b6a" providerId="LiveId" clId="{E01F6867-889F-435E-89F4-19252AFB6797}" dt="2025-11-04T22:18:40.737" v="4542" actId="26606"/>
          <ac:picMkLst>
            <pc:docMk/>
            <pc:sldMk cId="1624176038" sldId="269"/>
            <ac:picMk id="6" creationId="{C153C0EB-3BF8-B448-5409-D36C674A4D92}"/>
          </ac:picMkLst>
        </pc:picChg>
        <pc:cxnChg chg="add del">
          <ac:chgData name="Aidan Duggan" userId="bf4d3e72394f8b6a" providerId="LiveId" clId="{E01F6867-889F-435E-89F4-19252AFB6797}" dt="2025-11-04T13:25:05.187" v="2206" actId="26606"/>
          <ac:cxnSpMkLst>
            <pc:docMk/>
            <pc:sldMk cId="1624176038" sldId="269"/>
            <ac:cxnSpMk id="12" creationId="{9C21570E-E159-49A6-9891-FA397B7A92D3}"/>
          </ac:cxnSpMkLst>
        </pc:cxnChg>
        <pc:cxnChg chg="add del">
          <ac:chgData name="Aidan Duggan" userId="bf4d3e72394f8b6a" providerId="LiveId" clId="{E01F6867-889F-435E-89F4-19252AFB6797}" dt="2025-11-04T22:18:40.737" v="4542" actId="26606"/>
          <ac:cxnSpMkLst>
            <pc:docMk/>
            <pc:sldMk cId="1624176038" sldId="269"/>
            <ac:cxnSpMk id="23" creationId="{9C21570E-E159-49A6-9891-FA397B7A92D3}"/>
          </ac:cxnSpMkLst>
        </pc:cxnChg>
        <pc:cxnChg chg="add">
          <ac:chgData name="Aidan Duggan" userId="bf4d3e72394f8b6a" providerId="LiveId" clId="{E01F6867-889F-435E-89F4-19252AFB6797}" dt="2025-11-04T22:18:40.737" v="4542" actId="26606"/>
          <ac:cxnSpMkLst>
            <pc:docMk/>
            <pc:sldMk cId="1624176038" sldId="269"/>
            <ac:cxnSpMk id="34" creationId="{9C21570E-E159-49A6-9891-FA397B7A92D3}"/>
          </ac:cxnSpMkLst>
        </pc:cxnChg>
      </pc:sldChg>
      <pc:sldChg chg="addSp delSp modSp add del mod">
        <pc:chgData name="Aidan Duggan" userId="bf4d3e72394f8b6a" providerId="LiveId" clId="{E01F6867-889F-435E-89F4-19252AFB6797}" dt="2025-11-04T12:48:15.904" v="1050" actId="2696"/>
        <pc:sldMkLst>
          <pc:docMk/>
          <pc:sldMk cId="2140753815" sldId="269"/>
        </pc:sldMkLst>
        <pc:spChg chg="mod">
          <ac:chgData name="Aidan Duggan" userId="bf4d3e72394f8b6a" providerId="LiveId" clId="{E01F6867-889F-435E-89F4-19252AFB6797}" dt="2025-11-04T12:47:04.617" v="1014" actId="1076"/>
          <ac:spMkLst>
            <pc:docMk/>
            <pc:sldMk cId="2140753815" sldId="269"/>
            <ac:spMk id="2" creationId="{103DA9D0-EBD6-759C-94C4-E79F728A1FB1}"/>
          </ac:spMkLst>
        </pc:spChg>
        <pc:spChg chg="mod">
          <ac:chgData name="Aidan Duggan" userId="bf4d3e72394f8b6a" providerId="LiveId" clId="{E01F6867-889F-435E-89F4-19252AFB6797}" dt="2025-11-04T12:47:59.460" v="1046" actId="14100"/>
          <ac:spMkLst>
            <pc:docMk/>
            <pc:sldMk cId="2140753815" sldId="269"/>
            <ac:spMk id="3" creationId="{16CEBEE4-597A-8BBA-463A-12733DF198AA}"/>
          </ac:spMkLst>
        </pc:spChg>
        <pc:spChg chg="add mod">
          <ac:chgData name="Aidan Duggan" userId="bf4d3e72394f8b6a" providerId="LiveId" clId="{E01F6867-889F-435E-89F4-19252AFB6797}" dt="2025-11-04T12:48:09.474" v="1049" actId="1076"/>
          <ac:spMkLst>
            <pc:docMk/>
            <pc:sldMk cId="2140753815" sldId="269"/>
            <ac:spMk id="7" creationId="{2DF4CDD3-1160-EF4C-D5BD-202C205953BC}"/>
          </ac:spMkLst>
        </pc:spChg>
        <pc:picChg chg="add mod">
          <ac:chgData name="Aidan Duggan" userId="bf4d3e72394f8b6a" providerId="LiveId" clId="{E01F6867-889F-435E-89F4-19252AFB6797}" dt="2025-11-04T12:47:41.819" v="1024" actId="1076"/>
          <ac:picMkLst>
            <pc:docMk/>
            <pc:sldMk cId="2140753815" sldId="269"/>
            <ac:picMk id="4" creationId="{2BF82477-5AEE-D982-97E8-DCEA42C25BEA}"/>
          </ac:picMkLst>
        </pc:picChg>
        <pc:picChg chg="del">
          <ac:chgData name="Aidan Duggan" userId="bf4d3e72394f8b6a" providerId="LiveId" clId="{E01F6867-889F-435E-89F4-19252AFB6797}" dt="2025-11-04T12:46:17.710" v="998" actId="478"/>
          <ac:picMkLst>
            <pc:docMk/>
            <pc:sldMk cId="2140753815" sldId="269"/>
            <ac:picMk id="5" creationId="{B05E83BC-9C87-FA53-E9AD-8022C458E2F3}"/>
          </ac:picMkLst>
        </pc:picChg>
        <pc:picChg chg="add mod modCrop">
          <ac:chgData name="Aidan Duggan" userId="bf4d3e72394f8b6a" providerId="LiveId" clId="{E01F6867-889F-435E-89F4-19252AFB6797}" dt="2025-11-04T12:46:45.017" v="1006" actId="1076"/>
          <ac:picMkLst>
            <pc:docMk/>
            <pc:sldMk cId="2140753815" sldId="269"/>
            <ac:picMk id="6" creationId="{8A5EAA20-05C7-A93C-1C20-3CE6EB2E5811}"/>
          </ac:picMkLst>
        </pc:picChg>
      </pc:sldChg>
      <pc:sldChg chg="addSp delSp modSp new mod setBg modNotesTx">
        <pc:chgData name="Aidan Duggan" userId="bf4d3e72394f8b6a" providerId="LiveId" clId="{E01F6867-889F-435E-89F4-19252AFB6797}" dt="2025-11-04T13:34:31.856" v="3115" actId="20577"/>
        <pc:sldMkLst>
          <pc:docMk/>
          <pc:sldMk cId="1763565459" sldId="270"/>
        </pc:sldMkLst>
        <pc:spChg chg="mod">
          <ac:chgData name="Aidan Duggan" userId="bf4d3e72394f8b6a" providerId="LiveId" clId="{E01F6867-889F-435E-89F4-19252AFB6797}" dt="2025-11-04T13:31:56.050" v="2591" actId="26606"/>
          <ac:spMkLst>
            <pc:docMk/>
            <pc:sldMk cId="1763565459" sldId="270"/>
            <ac:spMk id="2" creationId="{A7E714A1-A53D-5DE1-18B9-61F1309344BA}"/>
          </ac:spMkLst>
        </pc:spChg>
        <pc:spChg chg="mod ord">
          <ac:chgData name="Aidan Duggan" userId="bf4d3e72394f8b6a" providerId="LiveId" clId="{E01F6867-889F-435E-89F4-19252AFB6797}" dt="2025-11-04T13:33:05.421" v="2689" actId="20577"/>
          <ac:spMkLst>
            <pc:docMk/>
            <pc:sldMk cId="1763565459" sldId="270"/>
            <ac:spMk id="3" creationId="{5533CA1E-093F-53E2-C0B6-15E047267903}"/>
          </ac:spMkLst>
        </pc:spChg>
        <pc:spChg chg="add del">
          <ac:chgData name="Aidan Duggan" userId="bf4d3e72394f8b6a" providerId="LiveId" clId="{E01F6867-889F-435E-89F4-19252AFB6797}" dt="2025-11-04T13:31:13.597" v="2581" actId="26606"/>
          <ac:spMkLst>
            <pc:docMk/>
            <pc:sldMk cId="1763565459" sldId="270"/>
            <ac:spMk id="10" creationId="{52ABB703-2B0E-4C3B-B4A2-F3973548E561}"/>
          </ac:spMkLst>
        </pc:spChg>
        <pc:spChg chg="add del">
          <ac:chgData name="Aidan Duggan" userId="bf4d3e72394f8b6a" providerId="LiveId" clId="{E01F6867-889F-435E-89F4-19252AFB6797}" dt="2025-11-04T13:31:13.597" v="2581" actId="26606"/>
          <ac:spMkLst>
            <pc:docMk/>
            <pc:sldMk cId="1763565459" sldId="270"/>
            <ac:spMk id="14" creationId="{E95DA498-D9A2-4DA9-B9DA-B3776E08CF7E}"/>
          </ac:spMkLst>
        </pc:spChg>
        <pc:spChg chg="add del">
          <ac:chgData name="Aidan Duggan" userId="bf4d3e72394f8b6a" providerId="LiveId" clId="{E01F6867-889F-435E-89F4-19252AFB6797}" dt="2025-11-04T13:31:13.597" v="2581" actId="26606"/>
          <ac:spMkLst>
            <pc:docMk/>
            <pc:sldMk cId="1763565459" sldId="270"/>
            <ac:spMk id="16" creationId="{82A73093-4B9D-420D-B17E-52293703A1D4}"/>
          </ac:spMkLst>
        </pc:spChg>
        <pc:spChg chg="add del">
          <ac:chgData name="Aidan Duggan" userId="bf4d3e72394f8b6a" providerId="LiveId" clId="{E01F6867-889F-435E-89F4-19252AFB6797}" dt="2025-11-04T13:31:27.697" v="2586" actId="26606"/>
          <ac:spMkLst>
            <pc:docMk/>
            <pc:sldMk cId="1763565459" sldId="270"/>
            <ac:spMk id="21" creationId="{52ABB703-2B0E-4C3B-B4A2-F3973548E561}"/>
          </ac:spMkLst>
        </pc:spChg>
        <pc:spChg chg="add del">
          <ac:chgData name="Aidan Duggan" userId="bf4d3e72394f8b6a" providerId="LiveId" clId="{E01F6867-889F-435E-89F4-19252AFB6797}" dt="2025-11-04T13:31:27.697" v="2586" actId="26606"/>
          <ac:spMkLst>
            <pc:docMk/>
            <pc:sldMk cId="1763565459" sldId="270"/>
            <ac:spMk id="25" creationId="{E95DA498-D9A2-4DA9-B9DA-B3776E08CF7E}"/>
          </ac:spMkLst>
        </pc:spChg>
        <pc:spChg chg="add del">
          <ac:chgData name="Aidan Duggan" userId="bf4d3e72394f8b6a" providerId="LiveId" clId="{E01F6867-889F-435E-89F4-19252AFB6797}" dt="2025-11-04T13:31:27.697" v="2586" actId="26606"/>
          <ac:spMkLst>
            <pc:docMk/>
            <pc:sldMk cId="1763565459" sldId="270"/>
            <ac:spMk id="27" creationId="{82A73093-4B9D-420D-B17E-52293703A1D4}"/>
          </ac:spMkLst>
        </pc:spChg>
        <pc:spChg chg="add del">
          <ac:chgData name="Aidan Duggan" userId="bf4d3e72394f8b6a" providerId="LiveId" clId="{E01F6867-889F-435E-89F4-19252AFB6797}" dt="2025-11-04T13:31:56.050" v="2591" actId="26606"/>
          <ac:spMkLst>
            <pc:docMk/>
            <pc:sldMk cId="1763565459" sldId="270"/>
            <ac:spMk id="29" creationId="{52ABB703-2B0E-4C3B-B4A2-F3973548E561}"/>
          </ac:spMkLst>
        </pc:spChg>
        <pc:spChg chg="add del">
          <ac:chgData name="Aidan Duggan" userId="bf4d3e72394f8b6a" providerId="LiveId" clId="{E01F6867-889F-435E-89F4-19252AFB6797}" dt="2025-11-04T13:31:56.050" v="2591" actId="26606"/>
          <ac:spMkLst>
            <pc:docMk/>
            <pc:sldMk cId="1763565459" sldId="270"/>
            <ac:spMk id="31" creationId="{E95DA498-D9A2-4DA9-B9DA-B3776E08CF7E}"/>
          </ac:spMkLst>
        </pc:spChg>
        <pc:spChg chg="add del">
          <ac:chgData name="Aidan Duggan" userId="bf4d3e72394f8b6a" providerId="LiveId" clId="{E01F6867-889F-435E-89F4-19252AFB6797}" dt="2025-11-04T13:31:23.399" v="2585" actId="26606"/>
          <ac:spMkLst>
            <pc:docMk/>
            <pc:sldMk cId="1763565459" sldId="270"/>
            <ac:spMk id="32" creationId="{52ABB703-2B0E-4C3B-B4A2-F3973548E561}"/>
          </ac:spMkLst>
        </pc:spChg>
        <pc:spChg chg="add del">
          <ac:chgData name="Aidan Duggan" userId="bf4d3e72394f8b6a" providerId="LiveId" clId="{E01F6867-889F-435E-89F4-19252AFB6797}" dt="2025-11-04T13:31:56.050" v="2591" actId="26606"/>
          <ac:spMkLst>
            <pc:docMk/>
            <pc:sldMk cId="1763565459" sldId="270"/>
            <ac:spMk id="33" creationId="{82A73093-4B9D-420D-B17E-52293703A1D4}"/>
          </ac:spMkLst>
        </pc:spChg>
        <pc:spChg chg="add">
          <ac:chgData name="Aidan Duggan" userId="bf4d3e72394f8b6a" providerId="LiveId" clId="{E01F6867-889F-435E-89F4-19252AFB6797}" dt="2025-11-04T13:31:56.050" v="2591" actId="26606"/>
          <ac:spMkLst>
            <pc:docMk/>
            <pc:sldMk cId="1763565459" sldId="270"/>
            <ac:spMk id="35" creationId="{E5958DBC-F4DA-42A8-8C52-860179790ECD}"/>
          </ac:spMkLst>
        </pc:spChg>
        <pc:spChg chg="add del">
          <ac:chgData name="Aidan Duggan" userId="bf4d3e72394f8b6a" providerId="LiveId" clId="{E01F6867-889F-435E-89F4-19252AFB6797}" dt="2025-11-04T13:31:23.399" v="2585" actId="26606"/>
          <ac:spMkLst>
            <pc:docMk/>
            <pc:sldMk cId="1763565459" sldId="270"/>
            <ac:spMk id="36" creationId="{E95DA498-D9A2-4DA9-B9DA-B3776E08CF7E}"/>
          </ac:spMkLst>
        </pc:spChg>
        <pc:spChg chg="add del">
          <ac:chgData name="Aidan Duggan" userId="bf4d3e72394f8b6a" providerId="LiveId" clId="{E01F6867-889F-435E-89F4-19252AFB6797}" dt="2025-11-04T13:31:23.399" v="2585" actId="26606"/>
          <ac:spMkLst>
            <pc:docMk/>
            <pc:sldMk cId="1763565459" sldId="270"/>
            <ac:spMk id="38" creationId="{82A73093-4B9D-420D-B17E-52293703A1D4}"/>
          </ac:spMkLst>
        </pc:spChg>
        <pc:spChg chg="add">
          <ac:chgData name="Aidan Duggan" userId="bf4d3e72394f8b6a" providerId="LiveId" clId="{E01F6867-889F-435E-89F4-19252AFB6797}" dt="2025-11-04T13:31:56.050" v="2591" actId="26606"/>
          <ac:spMkLst>
            <pc:docMk/>
            <pc:sldMk cId="1763565459" sldId="270"/>
            <ac:spMk id="42" creationId="{51DDD252-D7C8-4CE5-9C61-D60D722BC217}"/>
          </ac:spMkLst>
        </pc:spChg>
        <pc:spChg chg="add">
          <ac:chgData name="Aidan Duggan" userId="bf4d3e72394f8b6a" providerId="LiveId" clId="{E01F6867-889F-435E-89F4-19252AFB6797}" dt="2025-11-04T13:31:56.050" v="2591" actId="26606"/>
          <ac:spMkLst>
            <pc:docMk/>
            <pc:sldMk cId="1763565459" sldId="270"/>
            <ac:spMk id="44" creationId="{2FBD75F5-C49C-4F6A-8D43-7A5939C23307}"/>
          </ac:spMkLst>
        </pc:spChg>
        <pc:picChg chg="add mod modCrop">
          <ac:chgData name="Aidan Duggan" userId="bf4d3e72394f8b6a" providerId="LiveId" clId="{E01F6867-889F-435E-89F4-19252AFB6797}" dt="2025-11-04T13:32:13.479" v="2595" actId="1076"/>
          <ac:picMkLst>
            <pc:docMk/>
            <pc:sldMk cId="1763565459" sldId="270"/>
            <ac:picMk id="5" creationId="{149BAFF6-8D62-BBD5-C17B-7B0E6B3FCE74}"/>
          </ac:picMkLst>
        </pc:picChg>
        <pc:picChg chg="add mod ord">
          <ac:chgData name="Aidan Duggan" userId="bf4d3e72394f8b6a" providerId="LiveId" clId="{E01F6867-889F-435E-89F4-19252AFB6797}" dt="2025-11-04T13:32:15.400" v="2596" actId="1076"/>
          <ac:picMkLst>
            <pc:docMk/>
            <pc:sldMk cId="1763565459" sldId="270"/>
            <ac:picMk id="7" creationId="{DB364583-656E-E61E-37B9-7622DC2E6196}"/>
          </ac:picMkLst>
        </pc:picChg>
        <pc:cxnChg chg="add del">
          <ac:chgData name="Aidan Duggan" userId="bf4d3e72394f8b6a" providerId="LiveId" clId="{E01F6867-889F-435E-89F4-19252AFB6797}" dt="2025-11-04T13:31:13.597" v="2581" actId="26606"/>
          <ac:cxnSpMkLst>
            <pc:docMk/>
            <pc:sldMk cId="1763565459" sldId="270"/>
            <ac:cxnSpMk id="12" creationId="{9C21570E-E159-49A6-9891-FA397B7A92D3}"/>
          </ac:cxnSpMkLst>
        </pc:cxnChg>
        <pc:cxnChg chg="add del">
          <ac:chgData name="Aidan Duggan" userId="bf4d3e72394f8b6a" providerId="LiveId" clId="{E01F6867-889F-435E-89F4-19252AFB6797}" dt="2025-11-04T13:31:27.697" v="2586" actId="26606"/>
          <ac:cxnSpMkLst>
            <pc:docMk/>
            <pc:sldMk cId="1763565459" sldId="270"/>
            <ac:cxnSpMk id="23" creationId="{9C21570E-E159-49A6-9891-FA397B7A92D3}"/>
          </ac:cxnSpMkLst>
        </pc:cxnChg>
        <pc:cxnChg chg="add">
          <ac:chgData name="Aidan Duggan" userId="bf4d3e72394f8b6a" providerId="LiveId" clId="{E01F6867-889F-435E-89F4-19252AFB6797}" dt="2025-11-04T13:31:27.697" v="2586" actId="26606"/>
          <ac:cxnSpMkLst>
            <pc:docMk/>
            <pc:sldMk cId="1763565459" sldId="270"/>
            <ac:cxnSpMk id="30" creationId="{9C21570E-E159-49A6-9891-FA397B7A92D3}"/>
          </ac:cxnSpMkLst>
        </pc:cxnChg>
        <pc:cxnChg chg="add del">
          <ac:chgData name="Aidan Duggan" userId="bf4d3e72394f8b6a" providerId="LiveId" clId="{E01F6867-889F-435E-89F4-19252AFB6797}" dt="2025-11-04T13:31:23.399" v="2585" actId="26606"/>
          <ac:cxnSpMkLst>
            <pc:docMk/>
            <pc:sldMk cId="1763565459" sldId="270"/>
            <ac:cxnSpMk id="34" creationId="{9C21570E-E159-49A6-9891-FA397B7A92D3}"/>
          </ac:cxnSpMkLst>
        </pc:cxnChg>
      </pc:sldChg>
      <pc:sldChg chg="addSp delSp modSp new mod setBg modNotesTx">
        <pc:chgData name="Aidan Duggan" userId="bf4d3e72394f8b6a" providerId="LiveId" clId="{E01F6867-889F-435E-89F4-19252AFB6797}" dt="2025-11-04T13:40:28.063" v="3542" actId="20577"/>
        <pc:sldMkLst>
          <pc:docMk/>
          <pc:sldMk cId="672859196" sldId="271"/>
        </pc:sldMkLst>
        <pc:spChg chg="mod">
          <ac:chgData name="Aidan Duggan" userId="bf4d3e72394f8b6a" providerId="LiveId" clId="{E01F6867-889F-435E-89F4-19252AFB6797}" dt="2025-11-04T13:39:18.042" v="3468" actId="26606"/>
          <ac:spMkLst>
            <pc:docMk/>
            <pc:sldMk cId="672859196" sldId="271"/>
            <ac:spMk id="2" creationId="{E57E2966-631E-9FA2-4306-A589D607E97B}"/>
          </ac:spMkLst>
        </pc:spChg>
        <pc:spChg chg="del">
          <ac:chgData name="Aidan Duggan" userId="bf4d3e72394f8b6a" providerId="LiveId" clId="{E01F6867-889F-435E-89F4-19252AFB6797}" dt="2025-11-04T13:38:31.866" v="3456" actId="26606"/>
          <ac:spMkLst>
            <pc:docMk/>
            <pc:sldMk cId="672859196" sldId="271"/>
            <ac:spMk id="3" creationId="{EAC0C464-BAF5-37C5-927C-0210B842A1FB}"/>
          </ac:spMkLst>
        </pc:spChg>
        <pc:spChg chg="add del mod ord">
          <ac:chgData name="Aidan Duggan" userId="bf4d3e72394f8b6a" providerId="LiveId" clId="{E01F6867-889F-435E-89F4-19252AFB6797}" dt="2025-11-04T13:39:10.860" v="3465" actId="478"/>
          <ac:spMkLst>
            <pc:docMk/>
            <pc:sldMk cId="672859196" sldId="271"/>
            <ac:spMk id="7" creationId="{3A9D2482-B02A-603E-DC55-1BAD51AE2F2E}"/>
          </ac:spMkLst>
        </pc:spChg>
        <pc:spChg chg="add del">
          <ac:chgData name="Aidan Duggan" userId="bf4d3e72394f8b6a" providerId="LiveId" clId="{E01F6867-889F-435E-89F4-19252AFB6797}" dt="2025-11-04T13:39:08.427" v="3464" actId="26606"/>
          <ac:spMkLst>
            <pc:docMk/>
            <pc:sldMk cId="672859196" sldId="271"/>
            <ac:spMk id="10" creationId="{25C8D2C1-DA83-420D-9635-D52CE066B5DA}"/>
          </ac:spMkLst>
        </pc:spChg>
        <pc:spChg chg="add del">
          <ac:chgData name="Aidan Duggan" userId="bf4d3e72394f8b6a" providerId="LiveId" clId="{E01F6867-889F-435E-89F4-19252AFB6797}" dt="2025-11-04T13:39:08.427" v="3464" actId="26606"/>
          <ac:spMkLst>
            <pc:docMk/>
            <pc:sldMk cId="672859196" sldId="271"/>
            <ac:spMk id="12" creationId="{434F74C9-6A0B-409E-AD1C-45B58BE91BB8}"/>
          </ac:spMkLst>
        </pc:spChg>
        <pc:spChg chg="add">
          <ac:chgData name="Aidan Duggan" userId="bf4d3e72394f8b6a" providerId="LiveId" clId="{E01F6867-889F-435E-89F4-19252AFB6797}" dt="2025-11-04T13:39:18.042" v="3468" actId="26606"/>
          <ac:spMkLst>
            <pc:docMk/>
            <pc:sldMk cId="672859196" sldId="271"/>
            <ac:spMk id="15" creationId="{BB2B8762-61F0-4F1B-9364-D633EE9D6AF5}"/>
          </ac:spMkLst>
        </pc:spChg>
        <pc:spChg chg="add del">
          <ac:chgData name="Aidan Duggan" userId="bf4d3e72394f8b6a" providerId="LiveId" clId="{E01F6867-889F-435E-89F4-19252AFB6797}" dt="2025-11-04T13:39:08.427" v="3464" actId="26606"/>
          <ac:spMkLst>
            <pc:docMk/>
            <pc:sldMk cId="672859196" sldId="271"/>
            <ac:spMk id="16" creationId="{BE268116-E2A7-4F98-8812-192B4975E49B}"/>
          </ac:spMkLst>
        </pc:spChg>
        <pc:spChg chg="add">
          <ac:chgData name="Aidan Duggan" userId="bf4d3e72394f8b6a" providerId="LiveId" clId="{E01F6867-889F-435E-89F4-19252AFB6797}" dt="2025-11-04T13:39:18.042" v="3468" actId="26606"/>
          <ac:spMkLst>
            <pc:docMk/>
            <pc:sldMk cId="672859196" sldId="271"/>
            <ac:spMk id="17" creationId="{E97675C8-1328-460C-9EBF-6B446B67EAD3}"/>
          </ac:spMkLst>
        </pc:spChg>
        <pc:spChg chg="add del">
          <ac:chgData name="Aidan Duggan" userId="bf4d3e72394f8b6a" providerId="LiveId" clId="{E01F6867-889F-435E-89F4-19252AFB6797}" dt="2025-11-04T13:39:08.427" v="3464" actId="26606"/>
          <ac:spMkLst>
            <pc:docMk/>
            <pc:sldMk cId="672859196" sldId="271"/>
            <ac:spMk id="20" creationId="{FBEFFA83-BC6D-4CD2-A2BA-98AD67423BF2}"/>
          </ac:spMkLst>
        </pc:spChg>
        <pc:spChg chg="add del">
          <ac:chgData name="Aidan Duggan" userId="bf4d3e72394f8b6a" providerId="LiveId" clId="{E01F6867-889F-435E-89F4-19252AFB6797}" dt="2025-11-04T13:39:08.427" v="3464" actId="26606"/>
          <ac:spMkLst>
            <pc:docMk/>
            <pc:sldMk cId="672859196" sldId="271"/>
            <ac:spMk id="22" creationId="{AB5696BF-D495-4CAC-AA8A-4EBFF2C32A55}"/>
          </ac:spMkLst>
        </pc:spChg>
        <pc:spChg chg="add del">
          <ac:chgData name="Aidan Duggan" userId="bf4d3e72394f8b6a" providerId="LiveId" clId="{E01F6867-889F-435E-89F4-19252AFB6797}" dt="2025-11-04T13:40:12.852" v="3478" actId="26606"/>
          <ac:spMkLst>
            <pc:docMk/>
            <pc:sldMk cId="672859196" sldId="271"/>
            <ac:spMk id="24" creationId="{C6417104-D4C1-4710-9982-2154A7F48492}"/>
          </ac:spMkLst>
        </pc:spChg>
        <pc:spChg chg="add del">
          <ac:chgData name="Aidan Duggan" userId="bf4d3e72394f8b6a" providerId="LiveId" clId="{E01F6867-889F-435E-89F4-19252AFB6797}" dt="2025-11-04T13:40:12.852" v="3478" actId="26606"/>
          <ac:spMkLst>
            <pc:docMk/>
            <pc:sldMk cId="672859196" sldId="271"/>
            <ac:spMk id="26" creationId="{626F1402-2DEC-4071-84AF-350C7BF00D43}"/>
          </ac:spMkLst>
        </pc:spChg>
        <pc:spChg chg="add del">
          <ac:chgData name="Aidan Duggan" userId="bf4d3e72394f8b6a" providerId="LiveId" clId="{E01F6867-889F-435E-89F4-19252AFB6797}" dt="2025-11-04T13:38:59.156" v="3461" actId="26606"/>
          <ac:spMkLst>
            <pc:docMk/>
            <pc:sldMk cId="672859196" sldId="271"/>
            <ac:spMk id="27" creationId="{E5958DBC-F4DA-42A8-8C52-860179790ECD}"/>
          </ac:spMkLst>
        </pc:spChg>
        <pc:spChg chg="add del">
          <ac:chgData name="Aidan Duggan" userId="bf4d3e72394f8b6a" providerId="LiveId" clId="{E01F6867-889F-435E-89F4-19252AFB6797}" dt="2025-11-04T13:40:12.852" v="3478" actId="26606"/>
          <ac:spMkLst>
            <pc:docMk/>
            <pc:sldMk cId="672859196" sldId="271"/>
            <ac:spMk id="30" creationId="{DA52A394-10F4-4AA5-90E4-634D1E919DBA}"/>
          </ac:spMkLst>
        </pc:spChg>
        <pc:spChg chg="add del">
          <ac:chgData name="Aidan Duggan" userId="bf4d3e72394f8b6a" providerId="LiveId" clId="{E01F6867-889F-435E-89F4-19252AFB6797}" dt="2025-11-04T13:38:59.156" v="3461" actId="26606"/>
          <ac:spMkLst>
            <pc:docMk/>
            <pc:sldMk cId="672859196" sldId="271"/>
            <ac:spMk id="31" creationId="{51DDD252-D7C8-4CE5-9C61-D60D722BC217}"/>
          </ac:spMkLst>
        </pc:spChg>
        <pc:spChg chg="add del">
          <ac:chgData name="Aidan Duggan" userId="bf4d3e72394f8b6a" providerId="LiveId" clId="{E01F6867-889F-435E-89F4-19252AFB6797}" dt="2025-11-04T13:40:12.852" v="3478" actId="26606"/>
          <ac:spMkLst>
            <pc:docMk/>
            <pc:sldMk cId="672859196" sldId="271"/>
            <ac:spMk id="32" creationId="{07BDDC51-8BB2-42BE-8EA8-39B3E9AC1EF6}"/>
          </ac:spMkLst>
        </pc:spChg>
        <pc:spChg chg="add del">
          <ac:chgData name="Aidan Duggan" userId="bf4d3e72394f8b6a" providerId="LiveId" clId="{E01F6867-889F-435E-89F4-19252AFB6797}" dt="2025-11-04T13:38:59.156" v="3461" actId="26606"/>
          <ac:spMkLst>
            <pc:docMk/>
            <pc:sldMk cId="672859196" sldId="271"/>
            <ac:spMk id="33" creationId="{2FBD75F5-C49C-4F6A-8D43-7A5939C23307}"/>
          </ac:spMkLst>
        </pc:spChg>
        <pc:spChg chg="add">
          <ac:chgData name="Aidan Duggan" userId="bf4d3e72394f8b6a" providerId="LiveId" clId="{E01F6867-889F-435E-89F4-19252AFB6797}" dt="2025-11-04T13:40:12.852" v="3478" actId="26606"/>
          <ac:spMkLst>
            <pc:docMk/>
            <pc:sldMk cId="672859196" sldId="271"/>
            <ac:spMk id="34" creationId="{BB2B8762-61F0-4F1B-9364-D633EE9D6AF5}"/>
          </ac:spMkLst>
        </pc:spChg>
        <pc:spChg chg="add del">
          <ac:chgData name="Aidan Duggan" userId="bf4d3e72394f8b6a" providerId="LiveId" clId="{E01F6867-889F-435E-89F4-19252AFB6797}" dt="2025-11-04T13:39:08.425" v="3463" actId="26606"/>
          <ac:spMkLst>
            <pc:docMk/>
            <pc:sldMk cId="672859196" sldId="271"/>
            <ac:spMk id="35" creationId="{73B90B8B-F76B-4130-8370-38033EEACB93}"/>
          </ac:spMkLst>
        </pc:spChg>
        <pc:spChg chg="add del">
          <ac:chgData name="Aidan Duggan" userId="bf4d3e72394f8b6a" providerId="LiveId" clId="{E01F6867-889F-435E-89F4-19252AFB6797}" dt="2025-11-04T13:39:08.425" v="3463" actId="26606"/>
          <ac:spMkLst>
            <pc:docMk/>
            <pc:sldMk cId="672859196" sldId="271"/>
            <ac:spMk id="37" creationId="{91C67939-3FD0-4B45-8AA4-9FE55C7EE127}"/>
          </ac:spMkLst>
        </pc:spChg>
        <pc:spChg chg="add del">
          <ac:chgData name="Aidan Duggan" userId="bf4d3e72394f8b6a" providerId="LiveId" clId="{E01F6867-889F-435E-89F4-19252AFB6797}" dt="2025-11-04T13:39:08.425" v="3463" actId="26606"/>
          <ac:spMkLst>
            <pc:docMk/>
            <pc:sldMk cId="672859196" sldId="271"/>
            <ac:spMk id="38" creationId="{0981A96A-A87C-4F87-845A-3B0A6529F543}"/>
          </ac:spMkLst>
        </pc:spChg>
        <pc:spChg chg="add">
          <ac:chgData name="Aidan Duggan" userId="bf4d3e72394f8b6a" providerId="LiveId" clId="{E01F6867-889F-435E-89F4-19252AFB6797}" dt="2025-11-04T13:40:12.852" v="3478" actId="26606"/>
          <ac:spMkLst>
            <pc:docMk/>
            <pc:sldMk cId="672859196" sldId="271"/>
            <ac:spMk id="39" creationId="{E97675C8-1328-460C-9EBF-6B446B67EAD3}"/>
          </ac:spMkLst>
        </pc:spChg>
        <pc:spChg chg="add">
          <ac:chgData name="Aidan Duggan" userId="bf4d3e72394f8b6a" providerId="LiveId" clId="{E01F6867-889F-435E-89F4-19252AFB6797}" dt="2025-11-04T13:40:12.852" v="3478" actId="26606"/>
          <ac:spMkLst>
            <pc:docMk/>
            <pc:sldMk cId="672859196" sldId="271"/>
            <ac:spMk id="43" creationId="{C6417104-D4C1-4710-9982-2154A7F48492}"/>
          </ac:spMkLst>
        </pc:spChg>
        <pc:spChg chg="add">
          <ac:chgData name="Aidan Duggan" userId="bf4d3e72394f8b6a" providerId="LiveId" clId="{E01F6867-889F-435E-89F4-19252AFB6797}" dt="2025-11-04T13:40:12.852" v="3478" actId="26606"/>
          <ac:spMkLst>
            <pc:docMk/>
            <pc:sldMk cId="672859196" sldId="271"/>
            <ac:spMk id="45" creationId="{626F1402-2DEC-4071-84AF-350C7BF00D43}"/>
          </ac:spMkLst>
        </pc:spChg>
        <pc:spChg chg="add">
          <ac:chgData name="Aidan Duggan" userId="bf4d3e72394f8b6a" providerId="LiveId" clId="{E01F6867-889F-435E-89F4-19252AFB6797}" dt="2025-11-04T13:40:12.852" v="3478" actId="26606"/>
          <ac:spMkLst>
            <pc:docMk/>
            <pc:sldMk cId="672859196" sldId="271"/>
            <ac:spMk id="49" creationId="{DA52A394-10F4-4AA5-90E4-634D1E919DBA}"/>
          </ac:spMkLst>
        </pc:spChg>
        <pc:spChg chg="add">
          <ac:chgData name="Aidan Duggan" userId="bf4d3e72394f8b6a" providerId="LiveId" clId="{E01F6867-889F-435E-89F4-19252AFB6797}" dt="2025-11-04T13:40:12.852" v="3478" actId="26606"/>
          <ac:spMkLst>
            <pc:docMk/>
            <pc:sldMk cId="672859196" sldId="271"/>
            <ac:spMk id="51" creationId="{07BDDC51-8BB2-42BE-8EA8-39B3E9AC1EF6}"/>
          </ac:spMkLst>
        </pc:spChg>
        <pc:picChg chg="add del mod">
          <ac:chgData name="Aidan Duggan" userId="bf4d3e72394f8b6a" providerId="LiveId" clId="{E01F6867-889F-435E-89F4-19252AFB6797}" dt="2025-11-04T13:38:45.962" v="3457" actId="478"/>
          <ac:picMkLst>
            <pc:docMk/>
            <pc:sldMk cId="672859196" sldId="271"/>
            <ac:picMk id="5" creationId="{B17DFA7B-AD5B-AB77-F03E-1888A130F321}"/>
          </ac:picMkLst>
        </pc:picChg>
        <pc:picChg chg="add mod modCrop">
          <ac:chgData name="Aidan Duggan" userId="bf4d3e72394f8b6a" providerId="LiveId" clId="{E01F6867-889F-435E-89F4-19252AFB6797}" dt="2025-11-04T13:39:50.313" v="3474" actId="1076"/>
          <ac:picMkLst>
            <pc:docMk/>
            <pc:sldMk cId="672859196" sldId="271"/>
            <ac:picMk id="9" creationId="{BF3B3B54-EB9C-27BA-B40E-1EDEEEC54389}"/>
          </ac:picMkLst>
        </pc:picChg>
        <pc:picChg chg="add mod modCrop">
          <ac:chgData name="Aidan Duggan" userId="bf4d3e72394f8b6a" providerId="LiveId" clId="{E01F6867-889F-435E-89F4-19252AFB6797}" dt="2025-11-04T13:40:05.715" v="3477" actId="732"/>
          <ac:picMkLst>
            <pc:docMk/>
            <pc:sldMk cId="672859196" sldId="271"/>
            <ac:picMk id="13" creationId="{9ECD0E26-C648-551B-E19D-143D299A66BF}"/>
          </ac:picMkLst>
        </pc:picChg>
        <pc:cxnChg chg="add del">
          <ac:chgData name="Aidan Duggan" userId="bf4d3e72394f8b6a" providerId="LiveId" clId="{E01F6867-889F-435E-89F4-19252AFB6797}" dt="2025-11-04T13:39:08.427" v="3464" actId="26606"/>
          <ac:cxnSpMkLst>
            <pc:docMk/>
            <pc:sldMk cId="672859196" sldId="271"/>
            <ac:cxnSpMk id="14" creationId="{F5486A9D-1265-4B57-91E6-68E666B978BC}"/>
          </ac:cxnSpMkLst>
        </pc:cxnChg>
        <pc:cxnChg chg="add">
          <ac:chgData name="Aidan Duggan" userId="bf4d3e72394f8b6a" providerId="LiveId" clId="{E01F6867-889F-435E-89F4-19252AFB6797}" dt="2025-11-04T13:38:31.866" v="3456" actId="26606"/>
          <ac:cxnSpMkLst>
            <pc:docMk/>
            <pc:sldMk cId="672859196" sldId="271"/>
            <ac:cxnSpMk id="18" creationId="{73D8893D-DEBE-4F67-901F-166F75E9C6E7}"/>
          </ac:cxnSpMkLst>
        </pc:cxnChg>
        <pc:cxnChg chg="add">
          <ac:chgData name="Aidan Duggan" userId="bf4d3e72394f8b6a" providerId="LiveId" clId="{E01F6867-889F-435E-89F4-19252AFB6797}" dt="2025-11-04T13:39:18.042" v="3468" actId="26606"/>
          <ac:cxnSpMkLst>
            <pc:docMk/>
            <pc:sldMk cId="672859196" sldId="271"/>
            <ac:cxnSpMk id="19" creationId="{514EE78B-AF71-4195-A01B-F1165D9233BF}"/>
          </ac:cxnSpMkLst>
        </pc:cxnChg>
      </pc:sldChg>
      <pc:sldChg chg="addSp delSp modSp add mod modNotesTx">
        <pc:chgData name="Aidan Duggan" userId="bf4d3e72394f8b6a" providerId="LiveId" clId="{E01F6867-889F-435E-89F4-19252AFB6797}" dt="2025-11-04T23:05:02.683" v="5814" actId="20577"/>
        <pc:sldMkLst>
          <pc:docMk/>
          <pc:sldMk cId="2427634029" sldId="272"/>
        </pc:sldMkLst>
        <pc:spChg chg="del">
          <ac:chgData name="Aidan Duggan" userId="bf4d3e72394f8b6a" providerId="LiveId" clId="{E01F6867-889F-435E-89F4-19252AFB6797}" dt="2025-11-04T13:40:52.395" v="3548" actId="26606"/>
          <ac:spMkLst>
            <pc:docMk/>
            <pc:sldMk cId="2427634029" sldId="272"/>
            <ac:spMk id="34" creationId="{D087D24B-B053-92DA-7B3F-24C86CCF7615}"/>
          </ac:spMkLst>
        </pc:spChg>
        <pc:spChg chg="del">
          <ac:chgData name="Aidan Duggan" userId="bf4d3e72394f8b6a" providerId="LiveId" clId="{E01F6867-889F-435E-89F4-19252AFB6797}" dt="2025-11-04T13:40:52.395" v="3548" actId="26606"/>
          <ac:spMkLst>
            <pc:docMk/>
            <pc:sldMk cId="2427634029" sldId="272"/>
            <ac:spMk id="39" creationId="{4C25124F-C957-CFE6-5FCC-DCDC1C55BEBD}"/>
          </ac:spMkLst>
        </pc:spChg>
        <pc:spChg chg="del">
          <ac:chgData name="Aidan Duggan" userId="bf4d3e72394f8b6a" providerId="LiveId" clId="{E01F6867-889F-435E-89F4-19252AFB6797}" dt="2025-11-04T13:40:52.395" v="3548" actId="26606"/>
          <ac:spMkLst>
            <pc:docMk/>
            <pc:sldMk cId="2427634029" sldId="272"/>
            <ac:spMk id="43" creationId="{7F160A5E-8F70-BB53-884D-19379B41AA5A}"/>
          </ac:spMkLst>
        </pc:spChg>
        <pc:spChg chg="del">
          <ac:chgData name="Aidan Duggan" userId="bf4d3e72394f8b6a" providerId="LiveId" clId="{E01F6867-889F-435E-89F4-19252AFB6797}" dt="2025-11-04T13:40:52.395" v="3548" actId="26606"/>
          <ac:spMkLst>
            <pc:docMk/>
            <pc:sldMk cId="2427634029" sldId="272"/>
            <ac:spMk id="45" creationId="{8EF4398E-64B9-8B94-57EA-507AD95BB57E}"/>
          </ac:spMkLst>
        </pc:spChg>
        <pc:spChg chg="del">
          <ac:chgData name="Aidan Duggan" userId="bf4d3e72394f8b6a" providerId="LiveId" clId="{E01F6867-889F-435E-89F4-19252AFB6797}" dt="2025-11-04T13:40:52.395" v="3548" actId="26606"/>
          <ac:spMkLst>
            <pc:docMk/>
            <pc:sldMk cId="2427634029" sldId="272"/>
            <ac:spMk id="49" creationId="{B9519E23-D6AC-FE2F-7741-FA80CC27C2FF}"/>
          </ac:spMkLst>
        </pc:spChg>
        <pc:spChg chg="del">
          <ac:chgData name="Aidan Duggan" userId="bf4d3e72394f8b6a" providerId="LiveId" clId="{E01F6867-889F-435E-89F4-19252AFB6797}" dt="2025-11-04T13:40:52.395" v="3548" actId="26606"/>
          <ac:spMkLst>
            <pc:docMk/>
            <pc:sldMk cId="2427634029" sldId="272"/>
            <ac:spMk id="51" creationId="{68D90216-B0A9-A298-F3C2-4C769939E479}"/>
          </ac:spMkLst>
        </pc:spChg>
        <pc:spChg chg="add">
          <ac:chgData name="Aidan Duggan" userId="bf4d3e72394f8b6a" providerId="LiveId" clId="{E01F6867-889F-435E-89F4-19252AFB6797}" dt="2025-11-04T13:40:52.395" v="3548" actId="26606"/>
          <ac:spMkLst>
            <pc:docMk/>
            <pc:sldMk cId="2427634029" sldId="272"/>
            <ac:spMk id="56" creationId="{BB2B8762-61F0-4F1B-9364-D633EE9D6AF5}"/>
          </ac:spMkLst>
        </pc:spChg>
        <pc:spChg chg="add">
          <ac:chgData name="Aidan Duggan" userId="bf4d3e72394f8b6a" providerId="LiveId" clId="{E01F6867-889F-435E-89F4-19252AFB6797}" dt="2025-11-04T13:40:52.395" v="3548" actId="26606"/>
          <ac:spMkLst>
            <pc:docMk/>
            <pc:sldMk cId="2427634029" sldId="272"/>
            <ac:spMk id="58" creationId="{E97675C8-1328-460C-9EBF-6B446B67EAD3}"/>
          </ac:spMkLst>
        </pc:spChg>
        <pc:spChg chg="add">
          <ac:chgData name="Aidan Duggan" userId="bf4d3e72394f8b6a" providerId="LiveId" clId="{E01F6867-889F-435E-89F4-19252AFB6797}" dt="2025-11-04T13:40:52.395" v="3548" actId="26606"/>
          <ac:spMkLst>
            <pc:docMk/>
            <pc:sldMk cId="2427634029" sldId="272"/>
            <ac:spMk id="62" creationId="{C6417104-D4C1-4710-9982-2154A7F48492}"/>
          </ac:spMkLst>
        </pc:spChg>
        <pc:spChg chg="add">
          <ac:chgData name="Aidan Duggan" userId="bf4d3e72394f8b6a" providerId="LiveId" clId="{E01F6867-889F-435E-89F4-19252AFB6797}" dt="2025-11-04T13:40:52.395" v="3548" actId="26606"/>
          <ac:spMkLst>
            <pc:docMk/>
            <pc:sldMk cId="2427634029" sldId="272"/>
            <ac:spMk id="64" creationId="{626F1402-2DEC-4071-84AF-350C7BF00D43}"/>
          </ac:spMkLst>
        </pc:spChg>
        <pc:picChg chg="add">
          <ac:chgData name="Aidan Duggan" userId="bf4d3e72394f8b6a" providerId="LiveId" clId="{E01F6867-889F-435E-89F4-19252AFB6797}" dt="2025-11-04T13:40:44.418" v="3546" actId="22"/>
          <ac:picMkLst>
            <pc:docMk/>
            <pc:sldMk cId="2427634029" sldId="272"/>
            <ac:picMk id="4" creationId="{B4503017-A36F-0335-F3CF-A61AB0188DAA}"/>
          </ac:picMkLst>
        </pc:picChg>
        <pc:picChg chg="add">
          <ac:chgData name="Aidan Duggan" userId="bf4d3e72394f8b6a" providerId="LiveId" clId="{E01F6867-889F-435E-89F4-19252AFB6797}" dt="2025-11-04T13:40:51.066" v="3547" actId="22"/>
          <ac:picMkLst>
            <pc:docMk/>
            <pc:sldMk cId="2427634029" sldId="272"/>
            <ac:picMk id="6" creationId="{6CB35EA5-A124-9E60-D636-35EABF33F572}"/>
          </ac:picMkLst>
        </pc:picChg>
        <pc:picChg chg="del">
          <ac:chgData name="Aidan Duggan" userId="bf4d3e72394f8b6a" providerId="LiveId" clId="{E01F6867-889F-435E-89F4-19252AFB6797}" dt="2025-11-04T13:40:32.957" v="3544" actId="478"/>
          <ac:picMkLst>
            <pc:docMk/>
            <pc:sldMk cId="2427634029" sldId="272"/>
            <ac:picMk id="9" creationId="{BA75F1F3-C1D6-04AF-E147-85B663E60F24}"/>
          </ac:picMkLst>
        </pc:picChg>
        <pc:picChg chg="del">
          <ac:chgData name="Aidan Duggan" userId="bf4d3e72394f8b6a" providerId="LiveId" clId="{E01F6867-889F-435E-89F4-19252AFB6797}" dt="2025-11-04T13:40:34.315" v="3545" actId="478"/>
          <ac:picMkLst>
            <pc:docMk/>
            <pc:sldMk cId="2427634029" sldId="272"/>
            <ac:picMk id="13" creationId="{9F22A3DD-A3B0-5A91-FC8C-5C07A7B646CC}"/>
          </ac:picMkLst>
        </pc:picChg>
      </pc:sldChg>
      <pc:sldChg chg="addSp delSp modSp add mod modNotesTx">
        <pc:chgData name="Aidan Duggan" userId="bf4d3e72394f8b6a" providerId="LiveId" clId="{E01F6867-889F-435E-89F4-19252AFB6797}" dt="2025-11-04T13:43:51.845" v="3729" actId="20577"/>
        <pc:sldMkLst>
          <pc:docMk/>
          <pc:sldMk cId="1223959806" sldId="273"/>
        </pc:sldMkLst>
        <pc:spChg chg="mod">
          <ac:chgData name="Aidan Duggan" userId="bf4d3e72394f8b6a" providerId="LiveId" clId="{E01F6867-889F-435E-89F4-19252AFB6797}" dt="2025-11-04T13:43:33.395" v="3661" actId="20577"/>
          <ac:spMkLst>
            <pc:docMk/>
            <pc:sldMk cId="1223959806" sldId="273"/>
            <ac:spMk id="2" creationId="{E8AB5503-B2FB-496C-A855-4913EC2A35A7}"/>
          </ac:spMkLst>
        </pc:spChg>
        <pc:spChg chg="del">
          <ac:chgData name="Aidan Duggan" userId="bf4d3e72394f8b6a" providerId="LiveId" clId="{E01F6867-889F-435E-89F4-19252AFB6797}" dt="2025-11-04T13:43:09.279" v="3648" actId="26606"/>
          <ac:spMkLst>
            <pc:docMk/>
            <pc:sldMk cId="1223959806" sldId="273"/>
            <ac:spMk id="58" creationId="{3C9F368B-72E1-6E4A-BBBE-3F5AACD00301}"/>
          </ac:spMkLst>
        </pc:spChg>
        <pc:spChg chg="del">
          <ac:chgData name="Aidan Duggan" userId="bf4d3e72394f8b6a" providerId="LiveId" clId="{E01F6867-889F-435E-89F4-19252AFB6797}" dt="2025-11-04T13:43:09.279" v="3648" actId="26606"/>
          <ac:spMkLst>
            <pc:docMk/>
            <pc:sldMk cId="1223959806" sldId="273"/>
            <ac:spMk id="62" creationId="{E3C81185-9BEC-2499-4EA8-A4CAE0DC68F3}"/>
          </ac:spMkLst>
        </pc:spChg>
        <pc:spChg chg="del">
          <ac:chgData name="Aidan Duggan" userId="bf4d3e72394f8b6a" providerId="LiveId" clId="{E01F6867-889F-435E-89F4-19252AFB6797}" dt="2025-11-04T13:43:09.279" v="3648" actId="26606"/>
          <ac:spMkLst>
            <pc:docMk/>
            <pc:sldMk cId="1223959806" sldId="273"/>
            <ac:spMk id="64" creationId="{1E6E833B-AC98-3114-1765-815C01A83DEB}"/>
          </ac:spMkLst>
        </pc:spChg>
        <pc:spChg chg="del">
          <ac:chgData name="Aidan Duggan" userId="bf4d3e72394f8b6a" providerId="LiveId" clId="{E01F6867-889F-435E-89F4-19252AFB6797}" dt="2025-11-04T13:43:09.279" v="3648" actId="26606"/>
          <ac:spMkLst>
            <pc:docMk/>
            <pc:sldMk cId="1223959806" sldId="273"/>
            <ac:spMk id="68" creationId="{57938A7F-DBE7-2790-6CAB-DE5F0FACDAE9}"/>
          </ac:spMkLst>
        </pc:spChg>
        <pc:spChg chg="del">
          <ac:chgData name="Aidan Duggan" userId="bf4d3e72394f8b6a" providerId="LiveId" clId="{E01F6867-889F-435E-89F4-19252AFB6797}" dt="2025-11-04T13:43:09.279" v="3648" actId="26606"/>
          <ac:spMkLst>
            <pc:docMk/>
            <pc:sldMk cId="1223959806" sldId="273"/>
            <ac:spMk id="70" creationId="{D839F891-0815-6D53-4CC3-F1033383A379}"/>
          </ac:spMkLst>
        </pc:spChg>
        <pc:spChg chg="add">
          <ac:chgData name="Aidan Duggan" userId="bf4d3e72394f8b6a" providerId="LiveId" clId="{E01F6867-889F-435E-89F4-19252AFB6797}" dt="2025-11-04T13:43:09.279" v="3648" actId="26606"/>
          <ac:spMkLst>
            <pc:docMk/>
            <pc:sldMk cId="1223959806" sldId="273"/>
            <ac:spMk id="75" creationId="{BB2B8762-61F0-4F1B-9364-D633EE9D6AF5}"/>
          </ac:spMkLst>
        </pc:spChg>
        <pc:spChg chg="add">
          <ac:chgData name="Aidan Duggan" userId="bf4d3e72394f8b6a" providerId="LiveId" clId="{E01F6867-889F-435E-89F4-19252AFB6797}" dt="2025-11-04T13:43:09.279" v="3648" actId="26606"/>
          <ac:spMkLst>
            <pc:docMk/>
            <pc:sldMk cId="1223959806" sldId="273"/>
            <ac:spMk id="77" creationId="{E97675C8-1328-460C-9EBF-6B446B67EAD3}"/>
          </ac:spMkLst>
        </pc:spChg>
        <pc:spChg chg="add">
          <ac:chgData name="Aidan Duggan" userId="bf4d3e72394f8b6a" providerId="LiveId" clId="{E01F6867-889F-435E-89F4-19252AFB6797}" dt="2025-11-04T13:43:09.279" v="3648" actId="26606"/>
          <ac:spMkLst>
            <pc:docMk/>
            <pc:sldMk cId="1223959806" sldId="273"/>
            <ac:spMk id="81" creationId="{C6417104-D4C1-4710-9982-2154A7F48492}"/>
          </ac:spMkLst>
        </pc:spChg>
        <pc:spChg chg="add">
          <ac:chgData name="Aidan Duggan" userId="bf4d3e72394f8b6a" providerId="LiveId" clId="{E01F6867-889F-435E-89F4-19252AFB6797}" dt="2025-11-04T13:43:09.279" v="3648" actId="26606"/>
          <ac:spMkLst>
            <pc:docMk/>
            <pc:sldMk cId="1223959806" sldId="273"/>
            <ac:spMk id="83" creationId="{626F1402-2DEC-4071-84AF-350C7BF00D43}"/>
          </ac:spMkLst>
        </pc:spChg>
        <pc:spChg chg="add">
          <ac:chgData name="Aidan Duggan" userId="bf4d3e72394f8b6a" providerId="LiveId" clId="{E01F6867-889F-435E-89F4-19252AFB6797}" dt="2025-11-04T13:43:09.279" v="3648" actId="26606"/>
          <ac:spMkLst>
            <pc:docMk/>
            <pc:sldMk cId="1223959806" sldId="273"/>
            <ac:spMk id="89" creationId="{07BDDC51-8BB2-42BE-8EA8-39B3E9AC1EF6}"/>
          </ac:spMkLst>
        </pc:spChg>
        <pc:picChg chg="add mod">
          <ac:chgData name="Aidan Duggan" userId="bf4d3e72394f8b6a" providerId="LiveId" clId="{E01F6867-889F-435E-89F4-19252AFB6797}" dt="2025-11-04T13:43:23.608" v="3650" actId="1076"/>
          <ac:picMkLst>
            <pc:docMk/>
            <pc:sldMk cId="1223959806" sldId="273"/>
            <ac:picMk id="3" creationId="{98933092-F623-76F9-51C2-F949F7C90C9F}"/>
          </ac:picMkLst>
        </pc:picChg>
        <pc:picChg chg="del">
          <ac:chgData name="Aidan Duggan" userId="bf4d3e72394f8b6a" providerId="LiveId" clId="{E01F6867-889F-435E-89F4-19252AFB6797}" dt="2025-11-04T13:42:55.778" v="3643" actId="478"/>
          <ac:picMkLst>
            <pc:docMk/>
            <pc:sldMk cId="1223959806" sldId="273"/>
            <ac:picMk id="4" creationId="{CC88F705-BC20-C949-2DBF-4F456AC2812C}"/>
          </ac:picMkLst>
        </pc:picChg>
        <pc:picChg chg="add mod">
          <ac:chgData name="Aidan Duggan" userId="bf4d3e72394f8b6a" providerId="LiveId" clId="{E01F6867-889F-435E-89F4-19252AFB6797}" dt="2025-11-04T13:43:26.403" v="3651" actId="1076"/>
          <ac:picMkLst>
            <pc:docMk/>
            <pc:sldMk cId="1223959806" sldId="273"/>
            <ac:picMk id="5" creationId="{2719D4CD-DBF7-AECB-B8A2-883B4C5AF329}"/>
          </ac:picMkLst>
        </pc:picChg>
        <pc:picChg chg="del">
          <ac:chgData name="Aidan Duggan" userId="bf4d3e72394f8b6a" providerId="LiveId" clId="{E01F6867-889F-435E-89F4-19252AFB6797}" dt="2025-11-04T13:43:06.784" v="3645" actId="478"/>
          <ac:picMkLst>
            <pc:docMk/>
            <pc:sldMk cId="1223959806" sldId="273"/>
            <ac:picMk id="6" creationId="{048BBDE1-B4AF-8503-A832-541DD451D4A4}"/>
          </ac:picMkLst>
        </pc:picChg>
      </pc:sldChg>
      <pc:sldChg chg="addSp modSp new mod setBg">
        <pc:chgData name="Aidan Duggan" userId="bf4d3e72394f8b6a" providerId="LiveId" clId="{E01F6867-889F-435E-89F4-19252AFB6797}" dt="2025-11-04T23:02:37.139" v="5623" actId="20577"/>
        <pc:sldMkLst>
          <pc:docMk/>
          <pc:sldMk cId="2856883305" sldId="274"/>
        </pc:sldMkLst>
        <pc:spChg chg="mod">
          <ac:chgData name="Aidan Duggan" userId="bf4d3e72394f8b6a" providerId="LiveId" clId="{E01F6867-889F-435E-89F4-19252AFB6797}" dt="2025-11-04T13:44:21.837" v="3758" actId="26606"/>
          <ac:spMkLst>
            <pc:docMk/>
            <pc:sldMk cId="2856883305" sldId="274"/>
            <ac:spMk id="2" creationId="{7457871B-B17F-19BB-EEB6-A3DB23AC52A5}"/>
          </ac:spMkLst>
        </pc:spChg>
        <pc:spChg chg="mod">
          <ac:chgData name="Aidan Duggan" userId="bf4d3e72394f8b6a" providerId="LiveId" clId="{E01F6867-889F-435E-89F4-19252AFB6797}" dt="2025-11-04T23:02:37.139" v="5623" actId="20577"/>
          <ac:spMkLst>
            <pc:docMk/>
            <pc:sldMk cId="2856883305" sldId="274"/>
            <ac:spMk id="3" creationId="{27DFCAED-B39F-38D4-2C05-6820CF9F6048}"/>
          </ac:spMkLst>
        </pc:spChg>
        <pc:picChg chg="add mod">
          <ac:chgData name="Aidan Duggan" userId="bf4d3e72394f8b6a" providerId="LiveId" clId="{E01F6867-889F-435E-89F4-19252AFB6797}" dt="2025-11-04T13:44:21.837" v="3758" actId="26606"/>
          <ac:picMkLst>
            <pc:docMk/>
            <pc:sldMk cId="2856883305" sldId="274"/>
            <ac:picMk id="5" creationId="{4F2BE256-3F66-53E6-37D2-B3FC05CDA771}"/>
          </ac:picMkLst>
        </pc:picChg>
      </pc:sldChg>
      <pc:sldChg chg="modSp new mod">
        <pc:chgData name="Aidan Duggan" userId="bf4d3e72394f8b6a" providerId="LiveId" clId="{E01F6867-889F-435E-89F4-19252AFB6797}" dt="2025-11-04T22:53:38.315" v="5589" actId="20577"/>
        <pc:sldMkLst>
          <pc:docMk/>
          <pc:sldMk cId="2530282" sldId="275"/>
        </pc:sldMkLst>
        <pc:spChg chg="mod">
          <ac:chgData name="Aidan Duggan" userId="bf4d3e72394f8b6a" providerId="LiveId" clId="{E01F6867-889F-435E-89F4-19252AFB6797}" dt="2025-11-04T22:43:14.057" v="4565" actId="20577"/>
          <ac:spMkLst>
            <pc:docMk/>
            <pc:sldMk cId="2530282" sldId="275"/>
            <ac:spMk id="2" creationId="{2ED0C633-4277-3AA3-FBF0-2951F0AC4372}"/>
          </ac:spMkLst>
        </pc:spChg>
        <pc:spChg chg="mod">
          <ac:chgData name="Aidan Duggan" userId="bf4d3e72394f8b6a" providerId="LiveId" clId="{E01F6867-889F-435E-89F4-19252AFB6797}" dt="2025-11-04T22:53:38.315" v="5589" actId="20577"/>
          <ac:spMkLst>
            <pc:docMk/>
            <pc:sldMk cId="2530282" sldId="275"/>
            <ac:spMk id="3" creationId="{EB24E7C0-5B12-B50E-5AF2-2395C6FFCA67}"/>
          </ac:spMkLst>
        </pc:spChg>
      </pc:sldChg>
      <pc:sldChg chg="modSp new mod modNotesTx">
        <pc:chgData name="Aidan Duggan" userId="bf4d3e72394f8b6a" providerId="LiveId" clId="{E01F6867-889F-435E-89F4-19252AFB6797}" dt="2025-11-04T22:51:24.608" v="5570" actId="20577"/>
        <pc:sldMkLst>
          <pc:docMk/>
          <pc:sldMk cId="1341484930" sldId="276"/>
        </pc:sldMkLst>
        <pc:spChg chg="mod">
          <ac:chgData name="Aidan Duggan" userId="bf4d3e72394f8b6a" providerId="LiveId" clId="{E01F6867-889F-435E-89F4-19252AFB6797}" dt="2025-11-04T22:46:47.280" v="5060" actId="20577"/>
          <ac:spMkLst>
            <pc:docMk/>
            <pc:sldMk cId="1341484930" sldId="276"/>
            <ac:spMk id="2" creationId="{C6108E3E-A778-2C9C-00D1-43EBF89C617A}"/>
          </ac:spMkLst>
        </pc:spChg>
        <pc:spChg chg="mod">
          <ac:chgData name="Aidan Duggan" userId="bf4d3e72394f8b6a" providerId="LiveId" clId="{E01F6867-889F-435E-89F4-19252AFB6797}" dt="2025-11-04T22:50:36.283" v="5444" actId="20577"/>
          <ac:spMkLst>
            <pc:docMk/>
            <pc:sldMk cId="1341484930" sldId="276"/>
            <ac:spMk id="3" creationId="{1ADA54A7-A01B-CE46-92F8-5B1C7CAC7EA1}"/>
          </ac:spMkLst>
        </pc:spChg>
      </pc:sldChg>
      <pc:sldChg chg="addSp delSp modSp new mod setBg modNotesTx">
        <pc:chgData name="Aidan Duggan" userId="bf4d3e72394f8b6a" providerId="LiveId" clId="{E01F6867-889F-435E-89F4-19252AFB6797}" dt="2025-11-04T23:07:51.252" v="5931" actId="20577"/>
        <pc:sldMkLst>
          <pc:docMk/>
          <pc:sldMk cId="781670414" sldId="277"/>
        </pc:sldMkLst>
        <pc:spChg chg="add del mod">
          <ac:chgData name="Aidan Duggan" userId="bf4d3e72394f8b6a" providerId="LiveId" clId="{E01F6867-889F-435E-89F4-19252AFB6797}" dt="2025-11-04T23:07:01.760" v="5821" actId="26606"/>
          <ac:spMkLst>
            <pc:docMk/>
            <pc:sldMk cId="781670414" sldId="277"/>
            <ac:spMk id="2" creationId="{CC778894-47A2-BD6A-D25B-309B1265E924}"/>
          </ac:spMkLst>
        </pc:spChg>
        <pc:spChg chg="add del">
          <ac:chgData name="Aidan Duggan" userId="bf4d3e72394f8b6a" providerId="LiveId" clId="{E01F6867-889F-435E-89F4-19252AFB6797}" dt="2025-11-04T23:07:01.760" v="5821" actId="26606"/>
          <ac:spMkLst>
            <pc:docMk/>
            <pc:sldMk cId="781670414" sldId="277"/>
            <ac:spMk id="3" creationId="{DB92058B-FA7E-DF72-2330-A5203B168E15}"/>
          </ac:spMkLst>
        </pc:spChg>
        <pc:spChg chg="add del">
          <ac:chgData name="Aidan Duggan" userId="bf4d3e72394f8b6a" providerId="LiveId" clId="{E01F6867-889F-435E-89F4-19252AFB6797}" dt="2025-11-04T23:06:43.746" v="5818" actId="26606"/>
          <ac:spMkLst>
            <pc:docMk/>
            <pc:sldMk cId="781670414" sldId="277"/>
            <ac:spMk id="10" creationId="{25C8D2C1-DA83-420D-9635-D52CE066B5DA}"/>
          </ac:spMkLst>
        </pc:spChg>
        <pc:spChg chg="add del">
          <ac:chgData name="Aidan Duggan" userId="bf4d3e72394f8b6a" providerId="LiveId" clId="{E01F6867-889F-435E-89F4-19252AFB6797}" dt="2025-11-04T23:06:43.746" v="5818" actId="26606"/>
          <ac:spMkLst>
            <pc:docMk/>
            <pc:sldMk cId="781670414" sldId="277"/>
            <ac:spMk id="12" creationId="{434F74C9-6A0B-409E-AD1C-45B58BE91BB8}"/>
          </ac:spMkLst>
        </pc:spChg>
        <pc:spChg chg="add del">
          <ac:chgData name="Aidan Duggan" userId="bf4d3e72394f8b6a" providerId="LiveId" clId="{E01F6867-889F-435E-89F4-19252AFB6797}" dt="2025-11-04T23:06:43.746" v="5818" actId="26606"/>
          <ac:spMkLst>
            <pc:docMk/>
            <pc:sldMk cId="781670414" sldId="277"/>
            <ac:spMk id="16" creationId="{BE268116-E2A7-4F98-8812-192B4975E49B}"/>
          </ac:spMkLst>
        </pc:spChg>
        <pc:spChg chg="add del">
          <ac:chgData name="Aidan Duggan" userId="bf4d3e72394f8b6a" providerId="LiveId" clId="{E01F6867-889F-435E-89F4-19252AFB6797}" dt="2025-11-04T23:06:43.746" v="5818" actId="26606"/>
          <ac:spMkLst>
            <pc:docMk/>
            <pc:sldMk cId="781670414" sldId="277"/>
            <ac:spMk id="20" creationId="{FBEFFA83-BC6D-4CD2-A2BA-98AD67423BF2}"/>
          </ac:spMkLst>
        </pc:spChg>
        <pc:spChg chg="add del">
          <ac:chgData name="Aidan Duggan" userId="bf4d3e72394f8b6a" providerId="LiveId" clId="{E01F6867-889F-435E-89F4-19252AFB6797}" dt="2025-11-04T23:06:43.746" v="5818" actId="26606"/>
          <ac:spMkLst>
            <pc:docMk/>
            <pc:sldMk cId="781670414" sldId="277"/>
            <ac:spMk id="22" creationId="{AB5696BF-D495-4CAC-AA8A-4EBFF2C32A55}"/>
          </ac:spMkLst>
        </pc:spChg>
        <pc:spChg chg="add del">
          <ac:chgData name="Aidan Duggan" userId="bf4d3e72394f8b6a" providerId="LiveId" clId="{E01F6867-889F-435E-89F4-19252AFB6797}" dt="2025-11-04T23:07:01.760" v="5820" actId="26606"/>
          <ac:spMkLst>
            <pc:docMk/>
            <pc:sldMk cId="781670414" sldId="277"/>
            <ac:spMk id="24" creationId="{C2579DAE-C141-48DB-810E-C070C300819E}"/>
          </ac:spMkLst>
        </pc:spChg>
        <pc:spChg chg="add del">
          <ac:chgData name="Aidan Duggan" userId="bf4d3e72394f8b6a" providerId="LiveId" clId="{E01F6867-889F-435E-89F4-19252AFB6797}" dt="2025-11-04T23:07:01.760" v="5820" actId="26606"/>
          <ac:spMkLst>
            <pc:docMk/>
            <pc:sldMk cId="781670414" sldId="277"/>
            <ac:spMk id="25" creationId="{02FD90C3-6350-4D5B-9738-6E94EDF30F74}"/>
          </ac:spMkLst>
        </pc:spChg>
        <pc:spChg chg="add del">
          <ac:chgData name="Aidan Duggan" userId="bf4d3e72394f8b6a" providerId="LiveId" clId="{E01F6867-889F-435E-89F4-19252AFB6797}" dt="2025-11-04T23:07:01.760" v="5820" actId="26606"/>
          <ac:spMkLst>
            <pc:docMk/>
            <pc:sldMk cId="781670414" sldId="277"/>
            <ac:spMk id="26" creationId="{41497DE5-0939-4D1D-9350-0C5E1B209C68}"/>
          </ac:spMkLst>
        </pc:spChg>
        <pc:spChg chg="add del">
          <ac:chgData name="Aidan Duggan" userId="bf4d3e72394f8b6a" providerId="LiveId" clId="{E01F6867-889F-435E-89F4-19252AFB6797}" dt="2025-11-04T23:07:01.760" v="5820" actId="26606"/>
          <ac:spMkLst>
            <pc:docMk/>
            <pc:sldMk cId="781670414" sldId="277"/>
            <ac:spMk id="27" creationId="{5CCC70ED-6C63-4537-B7EB-51990D6C0A6F}"/>
          </ac:spMkLst>
        </pc:spChg>
        <pc:spChg chg="add del">
          <ac:chgData name="Aidan Duggan" userId="bf4d3e72394f8b6a" providerId="LiveId" clId="{E01F6867-889F-435E-89F4-19252AFB6797}" dt="2025-11-04T23:07:01.760" v="5820" actId="26606"/>
          <ac:spMkLst>
            <pc:docMk/>
            <pc:sldMk cId="781670414" sldId="277"/>
            <ac:spMk id="28" creationId="{B76E24C1-2968-40DC-A36E-F6B85F0F0752}"/>
          </ac:spMkLst>
        </pc:spChg>
        <pc:spChg chg="add">
          <ac:chgData name="Aidan Duggan" userId="bf4d3e72394f8b6a" providerId="LiveId" clId="{E01F6867-889F-435E-89F4-19252AFB6797}" dt="2025-11-04T23:07:01.760" v="5821" actId="26606"/>
          <ac:spMkLst>
            <pc:docMk/>
            <pc:sldMk cId="781670414" sldId="277"/>
            <ac:spMk id="30" creationId="{25C8D2C1-DA83-420D-9635-D52CE066B5DA}"/>
          </ac:spMkLst>
        </pc:spChg>
        <pc:spChg chg="add">
          <ac:chgData name="Aidan Duggan" userId="bf4d3e72394f8b6a" providerId="LiveId" clId="{E01F6867-889F-435E-89F4-19252AFB6797}" dt="2025-11-04T23:07:01.760" v="5821" actId="26606"/>
          <ac:spMkLst>
            <pc:docMk/>
            <pc:sldMk cId="781670414" sldId="277"/>
            <ac:spMk id="31" creationId="{434F74C9-6A0B-409E-AD1C-45B58BE91BB8}"/>
          </ac:spMkLst>
        </pc:spChg>
        <pc:spChg chg="add">
          <ac:chgData name="Aidan Duggan" userId="bf4d3e72394f8b6a" providerId="LiveId" clId="{E01F6867-889F-435E-89F4-19252AFB6797}" dt="2025-11-04T23:07:01.760" v="5821" actId="26606"/>
          <ac:spMkLst>
            <pc:docMk/>
            <pc:sldMk cId="781670414" sldId="277"/>
            <ac:spMk id="33" creationId="{BE268116-E2A7-4F98-8812-192B4975E49B}"/>
          </ac:spMkLst>
        </pc:spChg>
        <pc:spChg chg="add del">
          <ac:chgData name="Aidan Duggan" userId="bf4d3e72394f8b6a" providerId="LiveId" clId="{E01F6867-889F-435E-89F4-19252AFB6797}" dt="2025-11-04T23:07:16.427" v="5822" actId="478"/>
          <ac:spMkLst>
            <pc:docMk/>
            <pc:sldMk cId="781670414" sldId="277"/>
            <ac:spMk id="34" creationId="{CC778894-47A2-BD6A-D25B-309B1265E924}"/>
          </ac:spMkLst>
        </pc:spChg>
        <pc:spChg chg="add">
          <ac:chgData name="Aidan Duggan" userId="bf4d3e72394f8b6a" providerId="LiveId" clId="{E01F6867-889F-435E-89F4-19252AFB6797}" dt="2025-11-04T23:07:01.760" v="5821" actId="26606"/>
          <ac:spMkLst>
            <pc:docMk/>
            <pc:sldMk cId="781670414" sldId="277"/>
            <ac:spMk id="36" creationId="{FBEFFA83-BC6D-4CD2-A2BA-98AD67423BF2}"/>
          </ac:spMkLst>
        </pc:spChg>
        <pc:spChg chg="add">
          <ac:chgData name="Aidan Duggan" userId="bf4d3e72394f8b6a" providerId="LiveId" clId="{E01F6867-889F-435E-89F4-19252AFB6797}" dt="2025-11-04T23:07:01.760" v="5821" actId="26606"/>
          <ac:spMkLst>
            <pc:docMk/>
            <pc:sldMk cId="781670414" sldId="277"/>
            <ac:spMk id="37" creationId="{AB5696BF-D495-4CAC-AA8A-4EBFF2C32A55}"/>
          </ac:spMkLst>
        </pc:spChg>
        <pc:picChg chg="add mod modCrop">
          <ac:chgData name="Aidan Duggan" userId="bf4d3e72394f8b6a" providerId="LiveId" clId="{E01F6867-889F-435E-89F4-19252AFB6797}" dt="2025-11-04T23:07:28.481" v="5824" actId="732"/>
          <ac:picMkLst>
            <pc:docMk/>
            <pc:sldMk cId="781670414" sldId="277"/>
            <ac:picMk id="5" creationId="{FB02CDAA-10E8-3E91-4F8B-609CEC96BBC3}"/>
          </ac:picMkLst>
        </pc:picChg>
        <pc:cxnChg chg="add del">
          <ac:chgData name="Aidan Duggan" userId="bf4d3e72394f8b6a" providerId="LiveId" clId="{E01F6867-889F-435E-89F4-19252AFB6797}" dt="2025-11-04T23:06:43.746" v="5818" actId="26606"/>
          <ac:cxnSpMkLst>
            <pc:docMk/>
            <pc:sldMk cId="781670414" sldId="277"/>
            <ac:cxnSpMk id="14" creationId="{F5486A9D-1265-4B57-91E6-68E666B978BC}"/>
          </ac:cxnSpMkLst>
        </pc:cxnChg>
        <pc:cxnChg chg="add del">
          <ac:chgData name="Aidan Duggan" userId="bf4d3e72394f8b6a" providerId="LiveId" clId="{E01F6867-889F-435E-89F4-19252AFB6797}" dt="2025-11-04T23:06:43.746" v="5818" actId="26606"/>
          <ac:cxnSpMkLst>
            <pc:docMk/>
            <pc:sldMk cId="781670414" sldId="277"/>
            <ac:cxnSpMk id="18" creationId="{73D8893D-DEBE-4F67-901F-166F75E9C6E7}"/>
          </ac:cxnSpMkLst>
        </pc:cxnChg>
        <pc:cxnChg chg="add">
          <ac:chgData name="Aidan Duggan" userId="bf4d3e72394f8b6a" providerId="LiveId" clId="{E01F6867-889F-435E-89F4-19252AFB6797}" dt="2025-11-04T23:07:01.760" v="5821" actId="26606"/>
          <ac:cxnSpMkLst>
            <pc:docMk/>
            <pc:sldMk cId="781670414" sldId="277"/>
            <ac:cxnSpMk id="35" creationId="{73D8893D-DEBE-4F67-901F-166F75E9C6E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F028C-40B4-4FD2-9FF5-C351337E3B2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21B92-28B5-4F23-A43C-E9CAFD10F0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38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875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168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964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043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064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208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465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476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697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534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219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7E5E9-D605-80C7-ADBD-362750F26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9BCC0-4999-B2E2-2FC5-4346E91C4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727D7-C8B2-48B4-E413-4A0DDE7E7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91A21-482D-B902-E56A-AE31FDF72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9087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C82CF-1F24-0CB4-ABD4-622C7B63D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F015F-929E-AF8B-ACC9-18C97808C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0B550-6C88-0107-305B-C5C9FFB6D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96E07-FE7F-F6EA-A834-792BEA918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617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8028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21B92-28B5-4F23-A43C-E9CAFD10F02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127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F398F-4CDD-4083-8532-D0044ACDCB9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89A5-F2C2-412C-B4F4-AEE4531E213A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387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F398F-4CDD-4083-8532-D0044ACDCB9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89A5-F2C2-412C-B4F4-AEE4531E21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811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F398F-4CDD-4083-8532-D0044ACDCB9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89A5-F2C2-412C-B4F4-AEE4531E213A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91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F398F-4CDD-4083-8532-D0044ACDCB9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89A5-F2C2-412C-B4F4-AEE4531E21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02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F398F-4CDD-4083-8532-D0044ACDCB9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89A5-F2C2-412C-B4F4-AEE4531E21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334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F398F-4CDD-4083-8532-D0044ACDCB9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89A5-F2C2-412C-B4F4-AEE4531E21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32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F398F-4CDD-4083-8532-D0044ACDCB9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89A5-F2C2-412C-B4F4-AEE4531E21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44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A0F398F-4CDD-4083-8532-D0044ACDCB9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18B89A5-F2C2-412C-B4F4-AEE4531E21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40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F398F-4CDD-4083-8532-D0044ACDCB9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89A5-F2C2-412C-B4F4-AEE4531E21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21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F398F-4CDD-4083-8532-D0044ACDCB9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89A5-F2C2-412C-B4F4-AEE4531E21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087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F398F-4CDD-4083-8532-D0044ACDCB9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89A5-F2C2-412C-B4F4-AEE4531E21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22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A0F398F-4CDD-4083-8532-D0044ACDCB9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18B89A5-F2C2-412C-B4F4-AEE4531E213A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69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D3960-0EE4-05EC-7B26-230E9084BA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Neural Systems – Fashion MNIST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E571F-FC27-691E-A268-CF45BF3B0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19"/>
            <a:ext cx="10058400" cy="145050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Presenter’s name: Aidan Duggan – P2918687</a:t>
            </a:r>
          </a:p>
          <a:p>
            <a:r>
              <a:rPr lang="en-GB" dirty="0"/>
              <a:t>Course: Artificial Intelligence</a:t>
            </a:r>
          </a:p>
          <a:p>
            <a:r>
              <a:rPr lang="en-GB" dirty="0"/>
              <a:t>Date: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7811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0C633-4277-3AA3-FBF0-2951F0AC4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4E7C0-5B12-B50E-5AF2-2395C6FFC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Train an ANN and CNN on the Fashion-MNIST dataset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Evaluate each model independently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Compare both model’s performance to each other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Identify and suggest potential for improvements or innovation</a:t>
            </a:r>
          </a:p>
        </p:txBody>
      </p:sp>
    </p:spTree>
    <p:extLst>
      <p:ext uri="{BB962C8B-B14F-4D97-AF65-F5344CB8AC3E}">
        <p14:creationId xmlns:p14="http://schemas.microsoft.com/office/powerpoint/2010/main" val="2530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5E8C1-AB99-92C6-821F-22A958D2C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B5DB0-4B66-6E4D-1A71-AE3F87862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Load and preprocess the Fashion-MNIST dataset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Use hyperparameter tuning to identify the best set of hyperparameters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Train both the ANN and CNN model on unseen data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Test and evaluate each model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Compare performance of each model</a:t>
            </a:r>
          </a:p>
        </p:txBody>
      </p:sp>
    </p:spTree>
    <p:extLst>
      <p:ext uri="{BB962C8B-B14F-4D97-AF65-F5344CB8AC3E}">
        <p14:creationId xmlns:p14="http://schemas.microsoft.com/office/powerpoint/2010/main" val="872803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7AFFB-F346-7F43-127F-AC0039E17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GB" dirty="0"/>
              <a:t>Libraries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53C0EB-3BF8-B448-5409-D36C674A4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92" y="1238249"/>
            <a:ext cx="5451627" cy="4061461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E21D8-97E7-8160-5D00-39D799767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Using </a:t>
            </a:r>
            <a:r>
              <a:rPr lang="en-GB" dirty="0" err="1"/>
              <a:t>Pytorch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Ray Tune for hyperparameter tuning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Plotting libraries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176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CC721-E115-3956-3A83-B6CC86A9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1980" y="290443"/>
            <a:ext cx="5685377" cy="1450757"/>
          </a:xfrm>
        </p:spPr>
        <p:txBody>
          <a:bodyPr>
            <a:normAutofit/>
          </a:bodyPr>
          <a:lstStyle/>
          <a:p>
            <a:r>
              <a:rPr lang="en-GB" dirty="0"/>
              <a:t>Loading in the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8AAF3-8AD5-0717-E2C7-96A5B809EA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888"/>
          <a:stretch>
            <a:fillRect/>
          </a:stretch>
        </p:blipFill>
        <p:spPr>
          <a:xfrm>
            <a:off x="683737" y="996404"/>
            <a:ext cx="4789353" cy="4572442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103C7-7A79-7338-F063-CD45AEC1C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Load in the train and test dataset for Fashion-MNIST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Transform the data to a tensor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824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860B95-E2B3-FB49-4330-78D9B758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en-GB" dirty="0"/>
              <a:t>Preprocessing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5057E-949F-F0D0-C6CB-A0F40F9921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656"/>
          <a:stretch>
            <a:fillRect/>
          </a:stretch>
        </p:blipFill>
        <p:spPr>
          <a:xfrm>
            <a:off x="497291" y="2441413"/>
            <a:ext cx="5946628" cy="121617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15510C6-930A-99EF-C8F5-61389E15E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88" y="3886192"/>
            <a:ext cx="5970741" cy="188078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004CA-FCFD-A78A-F560-0900F54D5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1210" y="2031250"/>
            <a:ext cx="4616791" cy="3224072"/>
          </a:xfrm>
        </p:spPr>
        <p:txBody>
          <a:bodyPr>
            <a:normAutofit/>
          </a:bodyPr>
          <a:lstStyle/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Validation Split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Data Augmentation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Normalise Data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39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6F20CF-F576-018A-B45E-750B3FCDB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GB" dirty="0"/>
              <a:t>ANN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169DFB-075F-CB33-5F3F-CBF9A36B29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5" r="5769"/>
          <a:stretch>
            <a:fillRect/>
          </a:stretch>
        </p:blipFill>
        <p:spPr>
          <a:xfrm>
            <a:off x="643192" y="1580271"/>
            <a:ext cx="5451627" cy="337741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EBE5F-CAF3-E3F5-296D-3FE889B4C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ANN model class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Inherits from the </a:t>
            </a:r>
            <a:r>
              <a:rPr lang="en-GB" dirty="0" err="1"/>
              <a:t>nn.Module</a:t>
            </a:r>
            <a:r>
              <a:rPr lang="en-GB" dirty="0"/>
              <a:t> class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Hyperparameter Tuning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490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87BCE7-A69B-CDE1-C1AE-120FA948D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GB" dirty="0"/>
              <a:t>CNN Model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F1DCAC-5827-EE5A-A201-349CF875B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92" y="992925"/>
            <a:ext cx="5451627" cy="455210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ADCFE-DF1D-A859-093E-DC9E668FE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CNN model class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Convolution layers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Spatial features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80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8E3E-A778-2C9C-00D1-43EBF89C6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A54A7-A01B-CE46-92F8-5B1C7CAC7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CNN to outperform the ANN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High levels of performance for both models on the dataset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ANN more likely to be prone to overfitting than CNN</a:t>
            </a:r>
          </a:p>
        </p:txBody>
      </p:sp>
    </p:spTree>
    <p:extLst>
      <p:ext uri="{BB962C8B-B14F-4D97-AF65-F5344CB8AC3E}">
        <p14:creationId xmlns:p14="http://schemas.microsoft.com/office/powerpoint/2010/main" val="1341484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3B90B8B-F76B-4130-8370-38033EEAC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68BE18-5F1F-B295-A31E-530A9B161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en-GB" dirty="0"/>
              <a:t>Hyperparameter Tuning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5A6E41-E5BC-5D2E-D539-5C7AB575B9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891" b="2"/>
          <a:stretch>
            <a:fillRect/>
          </a:stretch>
        </p:blipFill>
        <p:spPr>
          <a:xfrm>
            <a:off x="633999" y="581098"/>
            <a:ext cx="4020297" cy="2476136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D93264-3FF9-4175-A7FA-F927F0F77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206C5D7-89D9-67F2-8E4E-DA151A68C6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700" b="-1"/>
          <a:stretch>
            <a:fillRect/>
          </a:stretch>
        </p:blipFill>
        <p:spPr>
          <a:xfrm>
            <a:off x="633999" y="3218101"/>
            <a:ext cx="4020296" cy="247613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61A22-9E91-D3B1-CF0E-A2139AADF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405063" cy="3670180"/>
          </a:xfrm>
        </p:spPr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Config for both models set hyperparameter tuning parameters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Model tuning function will test different sets from the config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C67939-3FD0-4B45-8AA4-9FE55C7EE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81A96A-A87C-4F87-845A-3B0A6529F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494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E714A1-A53D-5DE1-18B9-61F130934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en-GB" dirty="0"/>
              <a:t>Ray Tune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364583-656E-E61E-37B9-7622DC2E6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48" y="4783029"/>
            <a:ext cx="4020297" cy="592993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49BAFF6-8D62-BBD5-C17B-7B0E6B3FCE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0517" b="38449"/>
          <a:stretch>
            <a:fillRect/>
          </a:stretch>
        </p:blipFill>
        <p:spPr>
          <a:xfrm>
            <a:off x="708949" y="2106342"/>
            <a:ext cx="4020296" cy="212163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3CA1E-093F-53E2-C0B6-15E047267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405063" cy="3670180"/>
          </a:xfrm>
        </p:spPr>
        <p:txBody>
          <a:bodyPr>
            <a:normAutofit/>
          </a:bodyPr>
          <a:lstStyle/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Hyperparameter tuning library to avoid overfitting and maximise model performance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Test number of trials on different sets of hyperparameters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Uses Random Search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565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3B90B8B-F76B-4130-8370-38033EEAC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729EB-96F7-0CA6-FC03-58BD011EA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en-GB" dirty="0"/>
              <a:t>Training the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83265-7B3D-B346-9031-F75567A084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85" b="-4"/>
          <a:stretch>
            <a:fillRect/>
          </a:stretch>
        </p:blipFill>
        <p:spPr>
          <a:xfrm>
            <a:off x="633999" y="427481"/>
            <a:ext cx="4020297" cy="2476136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2D93264-3FF9-4175-A7FA-F927F0F77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CB7E2C9-17DB-082F-2082-526AA3570C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" t="-252" r="2" b="-932"/>
          <a:stretch>
            <a:fillRect/>
          </a:stretch>
        </p:blipFill>
        <p:spPr>
          <a:xfrm>
            <a:off x="633999" y="3108960"/>
            <a:ext cx="4020296" cy="29187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17EE8-2F11-D5A2-27B1-2265ED5E6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405063" cy="3670180"/>
          </a:xfrm>
        </p:spPr>
        <p:txBody>
          <a:bodyPr>
            <a:normAutofit/>
          </a:bodyPr>
          <a:lstStyle/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Use best config from hyperparameter tuning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Use early stopping class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Training data and Validation 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C67939-3FD0-4B45-8AA4-9FE55C7EE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981A96A-A87C-4F87-845A-3B0A6529F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9746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E5E3C-3DF2-CD54-B988-07F0D922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GB" dirty="0"/>
              <a:t>Testing the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F7DE00-FFD0-2CF4-6C07-E42B3B5A0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1108773"/>
            <a:ext cx="5451627" cy="4320413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F5684-C11E-F580-C197-1F6578DF8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Using unseen testing data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Accuracy and F1 score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Use the metrics for evaluation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719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7871B-B17F-19BB-EEB6-A3DB23AC5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dirty="0"/>
              <a:t>Testing the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CAED-B39F-38D4-2C05-6820CF9F6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CNN performs better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Accuracy and F1 score </a:t>
            </a:r>
            <a:r>
              <a:rPr lang="en-GB" dirty="0" err="1"/>
              <a:t>concistent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Both models performed well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BE256-3F66-53E6-37D2-B3FC05CDA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570" y="2357616"/>
            <a:ext cx="3135109" cy="258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883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C6417104-D4C1-4710-9982-2154A7F4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E2966-631E-9FA2-4306-A589D607E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Overfitting</a:t>
            </a:r>
          </a:p>
        </p:txBody>
      </p:sp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F3B3B54-EB9C-27BA-B40E-1EDEEEC543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7" r="48368"/>
          <a:stretch>
            <a:fillRect/>
          </a:stretch>
        </p:blipFill>
        <p:spPr>
          <a:xfrm>
            <a:off x="835311" y="640080"/>
            <a:ext cx="4931799" cy="3602736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626F1402-2DEC-4071-84AF-350C7BF0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CD0E26-C648-551B-E19D-143D299A66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26" r="49657"/>
          <a:stretch>
            <a:fillRect/>
          </a:stretch>
        </p:blipFill>
        <p:spPr>
          <a:xfrm>
            <a:off x="6424891" y="640080"/>
            <a:ext cx="4867921" cy="3602736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4733B62-1719-4677-A612-CA0AC0AD7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DA52A394-10F4-4AA5-90E4-634D1E91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BDDC51-8BB2-42BE-8EA8-39B3E9AC1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859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17266-19D1-8396-A945-F413B293F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C6417104-D4C1-4710-9982-2154A7F4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CF7A4-EA84-6F20-7142-7DC0CCD95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Overfitting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503017-A36F-0335-F3CF-A61AB0188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41" y="640080"/>
            <a:ext cx="4852169" cy="3602736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626F1402-2DEC-4071-84AF-350C7BF0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B35EA5-A124-9E60-D636-35EABF33F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891" y="640080"/>
            <a:ext cx="4756087" cy="3602736"/>
          </a:xfrm>
          <a:prstGeom prst="rect">
            <a:avLst/>
          </a:prstGeom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4733B62-1719-4677-A612-CA0AC0AD7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DA52A394-10F4-4AA5-90E4-634D1E91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7BDDC51-8BB2-42BE-8EA8-39B3E9AC1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634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D1A5D-CEB3-EDF4-9593-06CBA6E52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C6417104-D4C1-4710-9982-2154A7F4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AB5503-B2FB-496C-A855-4913EC2A3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CNN vs ANN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19D4CD-DBF7-AECB-B8A2-883B4C5AF3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" r="2" b="1573"/>
          <a:stretch>
            <a:fillRect/>
          </a:stretch>
        </p:blipFill>
        <p:spPr>
          <a:xfrm>
            <a:off x="6529986" y="637250"/>
            <a:ext cx="4647830" cy="3602736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626F1402-2DEC-4071-84AF-350C7BF0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933092-F623-76F9-51C2-F949F7C90C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" t="1101" r="2" b="-1529"/>
          <a:stretch>
            <a:fillRect/>
          </a:stretch>
        </p:blipFill>
        <p:spPr>
          <a:xfrm>
            <a:off x="1073402" y="637250"/>
            <a:ext cx="4442400" cy="3602736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4733B62-1719-4677-A612-CA0AC0AD7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DA52A394-10F4-4AA5-90E4-634D1E91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7BDDC51-8BB2-42BE-8EA8-39B3E9AC1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959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02CDAA-10E8-3E91-4F8B-609CEC96BB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089" r="-1" b="155"/>
          <a:stretch>
            <a:fillRect/>
          </a:stretch>
        </p:blipFill>
        <p:spPr>
          <a:xfrm>
            <a:off x="635457" y="284141"/>
            <a:ext cx="10916463" cy="5066797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670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1460B-37A3-577C-AF39-4F230BBC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Innovations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1F53B-8179-FB22-4C53-3A4904255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Fashion-MNIST is a limited dataset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Different hyperparameter tuning methods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GAN model – more training data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Vision Transformer – more complex model</a:t>
            </a:r>
          </a:p>
        </p:txBody>
      </p:sp>
    </p:spTree>
    <p:extLst>
      <p:ext uri="{BB962C8B-B14F-4D97-AF65-F5344CB8AC3E}">
        <p14:creationId xmlns:p14="http://schemas.microsoft.com/office/powerpoint/2010/main" val="3787565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9932-17DD-1D2C-AA8D-68A9C9206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FB4E2-E023-6C1A-25D2-89CA4E01C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CNN outperforms the ANN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Both ANN and CNN perform well on the dataset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Both models can struggle with similar classes such as T-Shirt and Shirt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More or higher quality data + more </a:t>
            </a:r>
            <a:r>
              <a:rPr lang="en-GB"/>
              <a:t>complex models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630111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5566</TotalTime>
  <Words>386</Words>
  <Application>Microsoft Office PowerPoint</Application>
  <PresentationFormat>Widescreen</PresentationFormat>
  <Paragraphs>137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Retrospect</vt:lpstr>
      <vt:lpstr>Neural Systems – Fashion MNIST Classification</vt:lpstr>
      <vt:lpstr>Objectives</vt:lpstr>
      <vt:lpstr>Approach</vt:lpstr>
      <vt:lpstr>Libraries</vt:lpstr>
      <vt:lpstr>Loading in the Dataset</vt:lpstr>
      <vt:lpstr>Preprocessing</vt:lpstr>
      <vt:lpstr>ANN Model</vt:lpstr>
      <vt:lpstr>CNN Model</vt:lpstr>
      <vt:lpstr>Assumptions</vt:lpstr>
      <vt:lpstr>Hyperparameter Tuning</vt:lpstr>
      <vt:lpstr>Ray Tune</vt:lpstr>
      <vt:lpstr>Training the Models</vt:lpstr>
      <vt:lpstr>Testing the Models</vt:lpstr>
      <vt:lpstr>Testing the Models</vt:lpstr>
      <vt:lpstr>Overfitting</vt:lpstr>
      <vt:lpstr>Overfitting</vt:lpstr>
      <vt:lpstr>CNN vs ANN</vt:lpstr>
      <vt:lpstr>PowerPoint Presentation</vt:lpstr>
      <vt:lpstr>Innovations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Aidan Duggan</dc:creator>
  <cp:lastModifiedBy>Aidan Duggan</cp:lastModifiedBy>
  <cp:revision>2</cp:revision>
  <dcterms:created xsi:type="dcterms:W3CDTF">2025-11-01T12:53:06Z</dcterms:created>
  <dcterms:modified xsi:type="dcterms:W3CDTF">2025-11-05T13:05:32Z</dcterms:modified>
</cp:coreProperties>
</file>